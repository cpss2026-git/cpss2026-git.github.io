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11893"/>
    <a:srgbClr val="CCECFF"/>
    <a:srgbClr val="FFFF99"/>
    <a:srgbClr val="CCFFCC"/>
    <a:srgbClr val="FFCCCC"/>
    <a:srgbClr val="FF8AD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41" autoAdjust="0"/>
    <p:restoredTop sz="94660"/>
  </p:normalViewPr>
  <p:slideViewPr>
    <p:cSldViewPr>
      <p:cViewPr varScale="1">
        <p:scale>
          <a:sx n="63" d="100"/>
          <a:sy n="63" d="100"/>
        </p:scale>
        <p:origin x="1384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D1B20-A248-FB47-8240-73C0C5F47C9D}" type="datetimeFigureOut">
              <a:t>2026/3/9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A746F-AF1F-C048-A2ED-B38EF01E963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9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977278B-6103-7448-8885-11FCA29D8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0133"/>
            <a:ext cx="9144000" cy="7540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ln>
                  <a:solidFill>
                    <a:srgbClr val="011893"/>
                  </a:solidFill>
                </a:ln>
              </a:defRPr>
            </a:lvl1pPr>
          </a:lstStyle>
          <a:p>
            <a:endParaRPr kumimoji="1" lang="ja-JP" altLang="en-US"/>
          </a:p>
        </p:txBody>
      </p:sp>
      <p:sp>
        <p:nvSpPr>
          <p:cNvPr id="2" name="円/楕円 3">
            <a:extLst>
              <a:ext uri="{FF2B5EF4-FFF2-40B4-BE49-F238E27FC236}">
                <a16:creationId xmlns:a16="http://schemas.microsoft.com/office/drawing/2014/main" id="{CDE809D1-218E-63FD-91C4-D6D842E83190}"/>
              </a:ext>
            </a:extLst>
          </p:cNvPr>
          <p:cNvSpPr/>
          <p:nvPr userDrawn="1"/>
        </p:nvSpPr>
        <p:spPr>
          <a:xfrm>
            <a:off x="8497721" y="6230795"/>
            <a:ext cx="531173" cy="53117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latin typeface="+mj-ea"/>
              <a:ea typeface="+mj-ea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DEF23ED-679B-AFA5-F04F-AB60A05DB698}"/>
              </a:ext>
            </a:extLst>
          </p:cNvPr>
          <p:cNvSpPr txBox="1"/>
          <p:nvPr userDrawn="1"/>
        </p:nvSpPr>
        <p:spPr>
          <a:xfrm>
            <a:off x="8491428" y="6270575"/>
            <a:ext cx="401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E8E17320-8F29-C346-80F3-7693511BE498}" type="slidenum">
              <a:rPr kumimoji="1" lang="ja-JP" altLang="en-US" sz="1400"/>
              <a:pPr algn="ctr"/>
              <a:t>‹#›</a:t>
            </a:fld>
            <a:endParaRPr kumimoji="1" lang="ja-JP" altLang="en-US" sz="1400" dirty="0"/>
          </a:p>
        </p:txBody>
      </p:sp>
      <p:sp>
        <p:nvSpPr>
          <p:cNvPr id="6" name="弦 5">
            <a:extLst>
              <a:ext uri="{FF2B5EF4-FFF2-40B4-BE49-F238E27FC236}">
                <a16:creationId xmlns:a16="http://schemas.microsoft.com/office/drawing/2014/main" id="{9B103AC7-3AF9-2CD8-494E-153643B2A8AA}"/>
              </a:ext>
            </a:extLst>
          </p:cNvPr>
          <p:cNvSpPr/>
          <p:nvPr userDrawn="1"/>
        </p:nvSpPr>
        <p:spPr>
          <a:xfrm rot="16200000">
            <a:off x="8491626" y="6224701"/>
            <a:ext cx="588253" cy="576063"/>
          </a:xfrm>
          <a:prstGeom prst="chord">
            <a:avLst>
              <a:gd name="adj1" fmla="val 2700000"/>
              <a:gd name="adj2" fmla="val 14142403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3401ADB-CCC7-F2A7-92C7-0B2285D8DE9C}"/>
              </a:ext>
            </a:extLst>
          </p:cNvPr>
          <p:cNvSpPr txBox="1"/>
          <p:nvPr userDrawn="1"/>
        </p:nvSpPr>
        <p:spPr>
          <a:xfrm>
            <a:off x="8596070" y="6442913"/>
            <a:ext cx="496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8478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30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pss2026-git.github.io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C4099E-EB60-DC4F-967D-225ED88E614D}"/>
              </a:ext>
            </a:extLst>
          </p:cNvPr>
          <p:cNvSpPr txBox="1"/>
          <p:nvPr/>
        </p:nvSpPr>
        <p:spPr>
          <a:xfrm>
            <a:off x="107504" y="1268760"/>
            <a:ext cx="8892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>
                <a:solidFill>
                  <a:srgbClr val="011893"/>
                </a:solidFill>
              </a:rPr>
              <a:t>この講義について</a:t>
            </a:r>
            <a:endParaRPr lang="en-US" altLang="ja-JP" sz="4000" dirty="0">
              <a:solidFill>
                <a:srgbClr val="011893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F6FF3F0-B80E-4A32-A410-E1A4C3A7A116}"/>
              </a:ext>
            </a:extLst>
          </p:cNvPr>
          <p:cNvSpPr txBox="1"/>
          <p:nvPr/>
        </p:nvSpPr>
        <p:spPr>
          <a:xfrm>
            <a:off x="3704546" y="5314568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慶應義塾大学理工学部物理情報工学科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A82E08-1852-476D-B582-C7C001BDD60A}"/>
              </a:ext>
            </a:extLst>
          </p:cNvPr>
          <p:cNvSpPr txBox="1"/>
          <p:nvPr/>
        </p:nvSpPr>
        <p:spPr>
          <a:xfrm>
            <a:off x="8249826" y="573325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渡辺</a:t>
            </a:r>
            <a:endParaRPr lang="en-US" altLang="ja-JP" sz="24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C6363B4-E307-15CC-2651-71CE69E71BC4}"/>
              </a:ext>
            </a:extLst>
          </p:cNvPr>
          <p:cNvSpPr txBox="1"/>
          <p:nvPr/>
        </p:nvSpPr>
        <p:spPr>
          <a:xfrm>
            <a:off x="0" y="6519446"/>
            <a:ext cx="72635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2026</a:t>
            </a:r>
            <a:r>
              <a:rPr kumimoji="1" lang="ja-JP" altLang="en-US" sz="1600"/>
              <a:t>年</a:t>
            </a:r>
            <a:r>
              <a:rPr kumimoji="1" lang="en-US" altLang="ja-JP" sz="1600" dirty="0"/>
              <a:t>3</a:t>
            </a:r>
            <a:r>
              <a:rPr kumimoji="1" lang="ja-JP" altLang="en-US" sz="1600"/>
              <a:t>月</a:t>
            </a:r>
            <a:r>
              <a:rPr kumimoji="1" lang="en-US" altLang="ja-JP" sz="1600" dirty="0"/>
              <a:t>9</a:t>
            </a:r>
            <a:r>
              <a:rPr kumimoji="1" lang="ja-JP" altLang="en-US" sz="1600"/>
              <a:t>日</a:t>
            </a:r>
            <a:r>
              <a:rPr kumimoji="1" lang="en-US" altLang="ja-JP" sz="1600" dirty="0"/>
              <a:t> </a:t>
            </a:r>
            <a:r>
              <a:rPr kumimoji="1" lang="ja-JP" altLang="en-US" sz="1600"/>
              <a:t>計算物理春の学校</a:t>
            </a:r>
            <a:r>
              <a:rPr kumimoji="1" lang="en-US" altLang="ja-JP" sz="1600" dirty="0"/>
              <a:t>2026</a:t>
            </a:r>
            <a:r>
              <a:rPr kumimoji="1" lang="ja-JP" altLang="en-US" sz="1600"/>
              <a:t>「計算物理屋のための</a:t>
            </a:r>
            <a:r>
              <a:rPr kumimoji="1" lang="en-US" altLang="ja-JP" sz="1600" dirty="0"/>
              <a:t>Git/GitHub</a:t>
            </a:r>
            <a:r>
              <a:rPr kumimoji="1" lang="ja-JP" altLang="en-US" sz="1600"/>
              <a:t>入門」</a:t>
            </a:r>
          </a:p>
        </p:txBody>
      </p:sp>
    </p:spTree>
    <p:extLst>
      <p:ext uri="{BB962C8B-B14F-4D97-AF65-F5344CB8AC3E}">
        <p14:creationId xmlns:p14="http://schemas.microsoft.com/office/powerpoint/2010/main" val="407953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6EF7E1C-DCE2-BF12-1F04-0CE6F32F06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講義ノートやスライド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D1C08F1-5808-F48A-F61B-8FC58C2C2A24}"/>
              </a:ext>
            </a:extLst>
          </p:cNvPr>
          <p:cNvSpPr txBox="1"/>
          <p:nvPr/>
        </p:nvSpPr>
        <p:spPr>
          <a:xfrm>
            <a:off x="107504" y="1566084"/>
            <a:ext cx="3312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hlinkClick r:id="rId2"/>
              </a:rPr>
              <a:t>https://cpss2026-git.github.io/</a:t>
            </a:r>
            <a:endParaRPr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EFE4A71-A961-EAA5-7813-8FB6FC8A5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99" y="2019359"/>
            <a:ext cx="6340197" cy="2260308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25CAAD6-4CCB-E5EB-4476-86838D4C782F}"/>
              </a:ext>
            </a:extLst>
          </p:cNvPr>
          <p:cNvSpPr txBox="1"/>
          <p:nvPr/>
        </p:nvSpPr>
        <p:spPr>
          <a:xfrm>
            <a:off x="539552" y="1196752"/>
            <a:ext cx="5493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講義ノートやスライドは全て以下の</a:t>
            </a:r>
            <a:r>
              <a:rPr kumimoji="1" lang="en-US" altLang="ja-JP" dirty="0"/>
              <a:t>URL</a:t>
            </a:r>
            <a:r>
              <a:rPr kumimoji="1" lang="ja-JP" altLang="en-US"/>
              <a:t>にあります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E8CEC55-91CF-5EA8-389A-20CEF75E1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9570" y="4363611"/>
            <a:ext cx="2304256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BABA9B5-7711-7C44-3B7E-19BC74F9D4FB}"/>
              </a:ext>
            </a:extLst>
          </p:cNvPr>
          <p:cNvSpPr txBox="1"/>
          <p:nvPr/>
        </p:nvSpPr>
        <p:spPr>
          <a:xfrm>
            <a:off x="5508104" y="5301208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←スマホでも閲覧できます</a:t>
            </a:r>
          </a:p>
        </p:txBody>
      </p:sp>
    </p:spTree>
    <p:extLst>
      <p:ext uri="{BB962C8B-B14F-4D97-AF65-F5344CB8AC3E}">
        <p14:creationId xmlns:p14="http://schemas.microsoft.com/office/powerpoint/2010/main" val="1577817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17BC714-7FB8-35DD-6A81-8C2054F74D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講義内容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8B13A79-3245-CF72-D8B6-64C9C6FE4781}"/>
              </a:ext>
            </a:extLst>
          </p:cNvPr>
          <p:cNvSpPr txBox="1"/>
          <p:nvPr/>
        </p:nvSpPr>
        <p:spPr>
          <a:xfrm>
            <a:off x="1475656" y="1484784"/>
            <a:ext cx="733726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ja-JP" sz="2400" dirty="0"/>
              <a:t>Git</a:t>
            </a:r>
            <a:r>
              <a:rPr lang="ja-JP" altLang="en-US" sz="2400"/>
              <a:t>の基本</a:t>
            </a:r>
            <a:endParaRPr lang="en-US" altLang="ja-JP" sz="2400" dirty="0"/>
          </a:p>
          <a:p>
            <a:pPr marL="342900" indent="-342900">
              <a:buAutoNum type="arabicPeriod"/>
            </a:pPr>
            <a:r>
              <a:rPr kumimoji="1" lang="ja-JP" altLang="en-US" sz="2400"/>
              <a:t>ブランチ操作とリモート操作</a:t>
            </a:r>
            <a:endParaRPr kumimoji="1" lang="en-US" altLang="ja-JP" sz="2400" dirty="0"/>
          </a:p>
          <a:p>
            <a:pPr marL="342900" indent="-342900">
              <a:buAutoNum type="arabicPeriod"/>
            </a:pPr>
            <a:r>
              <a:rPr lang="en-US" altLang="ja-JP" sz="2400" dirty="0">
                <a:solidFill>
                  <a:schemeClr val="bg1">
                    <a:lumMod val="75000"/>
                  </a:schemeClr>
                </a:solidFill>
              </a:rPr>
              <a:t>Git</a:t>
            </a:r>
            <a:r>
              <a:rPr lang="ja-JP" altLang="en-US" sz="2400">
                <a:solidFill>
                  <a:schemeClr val="bg1">
                    <a:lumMod val="75000"/>
                  </a:schemeClr>
                </a:solidFill>
              </a:rPr>
              <a:t>の中身</a:t>
            </a:r>
            <a:endParaRPr lang="en-US" altLang="ja-JP" sz="2400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kumimoji="1" lang="en-US" altLang="ja-JP" sz="2400" dirty="0"/>
              <a:t>Git</a:t>
            </a:r>
            <a:r>
              <a:rPr kumimoji="1" lang="ja-JP" altLang="en-US" sz="2400"/>
              <a:t>の基本操作</a:t>
            </a:r>
            <a:endParaRPr kumimoji="1" lang="en-US" altLang="ja-JP" sz="2400" dirty="0"/>
          </a:p>
          <a:p>
            <a:pPr marL="342900" indent="-342900">
              <a:buAutoNum type="arabicPeriod"/>
            </a:pPr>
            <a:r>
              <a:rPr lang="en-US" altLang="ja-JP" sz="2400" dirty="0">
                <a:solidFill>
                  <a:schemeClr val="bg1">
                    <a:lumMod val="75000"/>
                  </a:schemeClr>
                </a:solidFill>
              </a:rPr>
              <a:t>Git</a:t>
            </a:r>
            <a:r>
              <a:rPr lang="ja-JP" altLang="en-US" sz="2400">
                <a:solidFill>
                  <a:schemeClr val="bg1">
                    <a:lumMod val="75000"/>
                  </a:schemeClr>
                </a:solidFill>
              </a:rPr>
              <a:t>の応用操作</a:t>
            </a:r>
            <a:endParaRPr lang="en-US" altLang="ja-JP" sz="2400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kumimoji="1" lang="en-US" altLang="ja-JP" sz="2400" dirty="0"/>
              <a:t>GitHub</a:t>
            </a:r>
            <a:r>
              <a:rPr kumimoji="1" lang="ja-JP" altLang="en-US" sz="2400"/>
              <a:t>の基本操作</a:t>
            </a:r>
            <a:endParaRPr kumimoji="1" lang="en-US" altLang="ja-JP" sz="2400" dirty="0"/>
          </a:p>
          <a:p>
            <a:pPr marL="342900" indent="-342900">
              <a:buAutoNum type="arabicPeriod"/>
            </a:pPr>
            <a:r>
              <a:rPr kumimoji="1" lang="en-US" altLang="ja-JP" sz="2400" dirty="0"/>
              <a:t>GitHub</a:t>
            </a:r>
            <a:r>
              <a:rPr kumimoji="1" lang="ja-JP" altLang="en-US" sz="2400"/>
              <a:t>によるウェブアプリケーションのデプロイ</a:t>
            </a:r>
            <a:endParaRPr kumimoji="1" lang="en-US" altLang="ja-JP" sz="2400" dirty="0"/>
          </a:p>
          <a:p>
            <a:pPr marL="342900" indent="-342900">
              <a:buAutoNum type="arabicPeriod"/>
            </a:pPr>
            <a:r>
              <a:rPr lang="ja-JP" altLang="en-US" sz="2400">
                <a:solidFill>
                  <a:schemeClr val="bg1">
                    <a:lumMod val="75000"/>
                  </a:schemeClr>
                </a:solidFill>
              </a:rPr>
              <a:t>機械学習とウェブへのデプロイ</a:t>
            </a:r>
            <a:endParaRPr kumimoji="1" lang="ja-JP" altLang="en-US" sz="240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4C6D95F6-D3BE-3950-559D-92C7F31E1222}"/>
              </a:ext>
            </a:extLst>
          </p:cNvPr>
          <p:cNvCxnSpPr/>
          <p:nvPr/>
        </p:nvCxnSpPr>
        <p:spPr>
          <a:xfrm>
            <a:off x="1187624" y="1628800"/>
            <a:ext cx="0" cy="93610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3EDB6C74-2151-0B6F-D59E-3AA75ED5FC7F}"/>
              </a:ext>
            </a:extLst>
          </p:cNvPr>
          <p:cNvCxnSpPr>
            <a:cxnSpLocks/>
          </p:cNvCxnSpPr>
          <p:nvPr/>
        </p:nvCxnSpPr>
        <p:spPr>
          <a:xfrm>
            <a:off x="1187624" y="2708920"/>
            <a:ext cx="0" cy="172819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346BAE5-AB7A-935B-EED7-4D015BA5B171}"/>
              </a:ext>
            </a:extLst>
          </p:cNvPr>
          <p:cNvSpPr txBox="1"/>
          <p:nvPr/>
        </p:nvSpPr>
        <p:spPr>
          <a:xfrm>
            <a:off x="182221" y="1946076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座学</a:t>
            </a:r>
            <a:r>
              <a:rPr kumimoji="1" lang="en-US" altLang="ja-JP" dirty="0"/>
              <a:t>2</a:t>
            </a:r>
            <a:r>
              <a:rPr kumimoji="1" lang="ja-JP" altLang="en-US"/>
              <a:t>回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8C79F15-28C5-3107-A41E-0FAF5E87EBB5}"/>
              </a:ext>
            </a:extLst>
          </p:cNvPr>
          <p:cNvSpPr txBox="1"/>
          <p:nvPr/>
        </p:nvSpPr>
        <p:spPr>
          <a:xfrm>
            <a:off x="158704" y="3429000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演習</a:t>
            </a:r>
            <a:r>
              <a:rPr kumimoji="1" lang="en-US" altLang="ja-JP" dirty="0"/>
              <a:t>3</a:t>
            </a:r>
            <a:r>
              <a:rPr kumimoji="1" lang="ja-JP" altLang="en-US"/>
              <a:t>回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36F1F94-9584-0F29-3D90-AFE32E09C804}"/>
              </a:ext>
            </a:extLst>
          </p:cNvPr>
          <p:cNvSpPr txBox="1"/>
          <p:nvPr/>
        </p:nvSpPr>
        <p:spPr>
          <a:xfrm>
            <a:off x="1331640" y="5142383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灰色の単元は時間があれば触れます</a:t>
            </a:r>
          </a:p>
        </p:txBody>
      </p:sp>
    </p:spTree>
    <p:extLst>
      <p:ext uri="{BB962C8B-B14F-4D97-AF65-F5344CB8AC3E}">
        <p14:creationId xmlns:p14="http://schemas.microsoft.com/office/powerpoint/2010/main" val="1370598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66EE882-4BEA-712A-2EA6-430BE32FF8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ja-JP" dirty="0"/>
              <a:t>Git</a:t>
            </a:r>
            <a:r>
              <a:rPr lang="ja-JP" altLang="en-US"/>
              <a:t>と</a:t>
            </a:r>
            <a:r>
              <a:rPr lang="en-US" altLang="ja-JP" dirty="0"/>
              <a:t>VS Code</a:t>
            </a:r>
            <a:r>
              <a:rPr lang="ja-JP" altLang="en-US"/>
              <a:t>のセットアップ</a:t>
            </a:r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0087E26-A7D5-081F-9E16-44E9456DC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988840"/>
            <a:ext cx="5437234" cy="3281562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37F1A58-20AF-CA62-E9BB-730A77D19E52}"/>
              </a:ext>
            </a:extLst>
          </p:cNvPr>
          <p:cNvSpPr txBox="1"/>
          <p:nvPr/>
        </p:nvSpPr>
        <p:spPr>
          <a:xfrm>
            <a:off x="683568" y="1052736"/>
            <a:ext cx="7404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演習では</a:t>
            </a:r>
            <a:r>
              <a:rPr kumimoji="1" lang="en-US" altLang="ja-JP" dirty="0"/>
              <a:t>Git</a:t>
            </a:r>
            <a:r>
              <a:rPr kumimoji="1" lang="ja-JP" altLang="en-US"/>
              <a:t>と</a:t>
            </a:r>
            <a:r>
              <a:rPr kumimoji="1" lang="en-US" altLang="ja-JP" dirty="0"/>
              <a:t>VS Code</a:t>
            </a:r>
            <a:r>
              <a:rPr kumimoji="1" lang="ja-JP" altLang="en-US"/>
              <a:t>を使うので、まだインストールしていない人は</a:t>
            </a:r>
            <a:endParaRPr kumimoji="1" lang="en-US" altLang="ja-JP" dirty="0"/>
          </a:p>
          <a:p>
            <a:r>
              <a:rPr lang="ja-JP" altLang="en-US"/>
              <a:t>座学中にインストールしておく</a:t>
            </a:r>
            <a:endParaRPr kumimoji="1" lang="en-US" altLang="ja-JP" dirty="0"/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B9603222-46D5-6989-C06B-7C58135DFB33}"/>
              </a:ext>
            </a:extLst>
          </p:cNvPr>
          <p:cNvSpPr/>
          <p:nvPr/>
        </p:nvSpPr>
        <p:spPr>
          <a:xfrm>
            <a:off x="2051720" y="4437112"/>
            <a:ext cx="2808312" cy="36004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041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910AA5F-E168-DE11-5E96-9E58F3B7B8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TA</a:t>
            </a:r>
            <a:r>
              <a:rPr kumimoji="1" lang="ja-JP" altLang="en-US"/>
              <a:t>募集！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A8D7ABD-5D1F-CC99-3F9E-15DF4A3AD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988840"/>
            <a:ext cx="3461880" cy="4535011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E378C9B-A111-AFDD-80B3-951962D8F89C}"/>
              </a:ext>
            </a:extLst>
          </p:cNvPr>
          <p:cNvSpPr txBox="1"/>
          <p:nvPr/>
        </p:nvSpPr>
        <p:spPr>
          <a:xfrm>
            <a:off x="653059" y="1052736"/>
            <a:ext cx="6552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既に</a:t>
            </a:r>
            <a:r>
              <a:rPr kumimoji="1" lang="en-US" altLang="ja-JP" dirty="0"/>
              <a:t>Git</a:t>
            </a:r>
            <a:r>
              <a:rPr kumimoji="1" lang="ja-JP" altLang="en-US"/>
              <a:t>に慣れている人は、座学中に演習を実施しておいて、演習で</a:t>
            </a:r>
            <a:r>
              <a:rPr kumimoji="1" lang="en-US" altLang="ja-JP" dirty="0"/>
              <a:t>TA</a:t>
            </a:r>
            <a:r>
              <a:rPr kumimoji="1" lang="ja-JP" altLang="en-US"/>
              <a:t>になってください</a:t>
            </a:r>
          </a:p>
        </p:txBody>
      </p:sp>
      <p:pic>
        <p:nvPicPr>
          <p:cNvPr id="2050" name="Picture 2" descr="工事作業員のイラスト「おじぎ・お詫び」">
            <a:extLst>
              <a:ext uri="{FF2B5EF4-FFF2-40B4-BE49-F238E27FC236}">
                <a16:creationId xmlns:a16="http://schemas.microsoft.com/office/drawing/2014/main" id="{BFA67FE1-0B76-E624-C1D4-4BBADB54B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2017859"/>
            <a:ext cx="1819945" cy="399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0073642"/>
      </p:ext>
    </p:extLst>
  </p:cSld>
  <p:clrMapOvr>
    <a:masterClrMapping/>
  </p:clrMapOvr>
</p:sld>
</file>

<file path=ppt/theme/theme1.xml><?xml version="1.0" encoding="utf-8"?>
<a:theme xmlns:a="http://schemas.openxmlformats.org/drawingml/2006/main" name="パーセル">
  <a:themeElements>
    <a:clrScheme name="パーセル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日常使う用">
      <a:majorFont>
        <a:latin typeface="Arial"/>
        <a:ea typeface="HGｺﾞｼｯｸE"/>
        <a:cs typeface=""/>
      </a:majorFont>
      <a:minorFont>
        <a:latin typeface="Arial"/>
        <a:ea typeface="HGｺﾞｼｯｸE"/>
        <a:cs typeface=""/>
      </a:minorFont>
    </a:fontScheme>
    <a:fmtScheme name="パーセル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>
    <a:spDef>
      <a:spPr>
        <a:solidFill>
          <a:srgbClr val="FF0000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{11DA09EC-ABC8-2D40-8DBB-00E840906C4E}tf10001120</Template>
  <TotalTime>6667</TotalTime>
  <Words>174</Words>
  <Application>Microsoft Office PowerPoint</Application>
  <PresentationFormat>画面に合わせる (4:3)</PresentationFormat>
  <Paragraphs>25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8" baseType="lpstr">
      <vt:lpstr>游ゴシック</vt:lpstr>
      <vt:lpstr>Arial</vt:lpstr>
      <vt:lpstr>パーセル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</dc:creator>
  <cp:lastModifiedBy>watanabe_hiroshi@keio.jp</cp:lastModifiedBy>
  <cp:revision>1342</cp:revision>
  <dcterms:created xsi:type="dcterms:W3CDTF">2019-01-02T05:23:01Z</dcterms:created>
  <dcterms:modified xsi:type="dcterms:W3CDTF">2026-03-09T03:09:29Z</dcterms:modified>
</cp:coreProperties>
</file>