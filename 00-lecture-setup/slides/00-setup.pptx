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1893"/>
    <a:srgbClr val="CCECFF"/>
    <a:srgbClr val="FFFF99"/>
    <a:srgbClr val="CCFFCC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41" autoAdjust="0"/>
    <p:restoredTop sz="94660"/>
  </p:normalViewPr>
  <p:slideViewPr>
    <p:cSldViewPr>
      <p:cViewPr varScale="1">
        <p:scale>
          <a:sx n="147" d="100"/>
          <a:sy n="147" d="100"/>
        </p:scale>
        <p:origin x="296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CDE809D1-218E-63FD-91C4-D6D842E83190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EF23ED-679B-AFA5-F04F-AB60A05DB698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9B103AC7-3AF9-2CD8-494E-153643B2A8AA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401ADB-CCC7-F2A7-92C7-0B2285D8DE9C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pss2026-git.github.io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>
                <a:solidFill>
                  <a:srgbClr val="011893"/>
                </a:solidFill>
              </a:rPr>
              <a:t>この講義について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6363B4-E307-15CC-2651-71CE69E71BC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EF7E1C-DCE2-BF12-1F04-0CE6F32F0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講義ノートやスライド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1C08F1-5808-F48A-F61B-8FC58C2C2A24}"/>
              </a:ext>
            </a:extLst>
          </p:cNvPr>
          <p:cNvSpPr txBox="1"/>
          <p:nvPr/>
        </p:nvSpPr>
        <p:spPr>
          <a:xfrm>
            <a:off x="107504" y="1566084"/>
            <a:ext cx="3312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hlinkClick r:id="rId2"/>
              </a:rPr>
              <a:t>https://cpss2026-git.github.io/</a:t>
            </a:r>
            <a:endParaRPr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EFE4A71-A961-EAA5-7813-8FB6FC8A5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99" y="2019359"/>
            <a:ext cx="6340197" cy="2260308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25CAAD6-4CCB-E5EB-4476-86838D4C782F}"/>
              </a:ext>
            </a:extLst>
          </p:cNvPr>
          <p:cNvSpPr txBox="1"/>
          <p:nvPr/>
        </p:nvSpPr>
        <p:spPr>
          <a:xfrm>
            <a:off x="539552" y="1196752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講義ノートやスライドは全て以下の</a:t>
            </a:r>
            <a:r>
              <a:rPr kumimoji="1" lang="en-US" altLang="ja-JP" dirty="0"/>
              <a:t>URL</a:t>
            </a:r>
            <a:r>
              <a:rPr kumimoji="1" lang="ja-JP" altLang="en-US"/>
              <a:t>にあります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E8CEC55-91CF-5EA8-389A-20CEF75E1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9570" y="4363611"/>
            <a:ext cx="2304256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BABA9B5-7711-7C44-3B7E-19BC74F9D4FB}"/>
              </a:ext>
            </a:extLst>
          </p:cNvPr>
          <p:cNvSpPr txBox="1"/>
          <p:nvPr/>
        </p:nvSpPr>
        <p:spPr>
          <a:xfrm>
            <a:off x="5508104" y="5301208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←スマホでも閲覧できます</a:t>
            </a:r>
          </a:p>
        </p:txBody>
      </p:sp>
    </p:spTree>
    <p:extLst>
      <p:ext uri="{BB962C8B-B14F-4D97-AF65-F5344CB8AC3E}">
        <p14:creationId xmlns:p14="http://schemas.microsoft.com/office/powerpoint/2010/main" val="1577817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17BC714-7FB8-35DD-6A81-8C2054F74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講義内容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8B13A79-3245-CF72-D8B6-64C9C6FE4781}"/>
              </a:ext>
            </a:extLst>
          </p:cNvPr>
          <p:cNvSpPr txBox="1"/>
          <p:nvPr/>
        </p:nvSpPr>
        <p:spPr>
          <a:xfrm>
            <a:off x="1475656" y="1484784"/>
            <a:ext cx="733726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ja-JP" sz="2400" dirty="0"/>
              <a:t>Git</a:t>
            </a:r>
            <a:r>
              <a:rPr lang="ja-JP" altLang="en-US" sz="2400"/>
              <a:t>の基本</a:t>
            </a:r>
            <a:endParaRPr lang="en-US" altLang="ja-JP" sz="2400" dirty="0"/>
          </a:p>
          <a:p>
            <a:pPr marL="342900" indent="-342900">
              <a:buAutoNum type="arabicPeriod"/>
            </a:pPr>
            <a:r>
              <a:rPr kumimoji="1" lang="ja-JP" altLang="en-US" sz="2400"/>
              <a:t>ブランチ操作とリモート操作</a:t>
            </a:r>
            <a:endParaRPr kumimoji="1" lang="en-US" altLang="ja-JP" sz="2400" dirty="0"/>
          </a:p>
          <a:p>
            <a:pPr marL="342900" indent="-342900">
              <a:buAutoNum type="arabicPeriod"/>
            </a:pPr>
            <a:r>
              <a:rPr lang="en-US" altLang="ja-JP" sz="2400" dirty="0">
                <a:solidFill>
                  <a:schemeClr val="bg1">
                    <a:lumMod val="75000"/>
                  </a:schemeClr>
                </a:solidFill>
              </a:rPr>
              <a:t>Git</a:t>
            </a:r>
            <a:r>
              <a:rPr lang="ja-JP" altLang="en-US" sz="2400">
                <a:solidFill>
                  <a:schemeClr val="bg1">
                    <a:lumMod val="75000"/>
                  </a:schemeClr>
                </a:solidFill>
              </a:rPr>
              <a:t>の中身</a:t>
            </a:r>
            <a:endParaRPr lang="en-US" altLang="ja-JP" sz="2400" dirty="0">
              <a:solidFill>
                <a:schemeClr val="bg1">
                  <a:lumMod val="75000"/>
                </a:schemeClr>
              </a:solidFill>
            </a:endParaRPr>
          </a:p>
          <a:p>
            <a:pPr marL="342900" indent="-342900">
              <a:buAutoNum type="arabicPeriod"/>
            </a:pPr>
            <a:r>
              <a:rPr kumimoji="1" lang="en-US" altLang="ja-JP" sz="2400" dirty="0"/>
              <a:t>Git</a:t>
            </a:r>
            <a:r>
              <a:rPr kumimoji="1" lang="ja-JP" altLang="en-US" sz="2400"/>
              <a:t>の基本操作</a:t>
            </a:r>
            <a:endParaRPr kumimoji="1" lang="en-US" altLang="ja-JP" sz="2400" dirty="0"/>
          </a:p>
          <a:p>
            <a:pPr marL="342900" indent="-342900">
              <a:buAutoNum type="arabicPeriod"/>
            </a:pPr>
            <a:r>
              <a:rPr lang="en-US" altLang="ja-JP" sz="2400" dirty="0">
                <a:solidFill>
                  <a:schemeClr val="bg1">
                    <a:lumMod val="75000"/>
                  </a:schemeClr>
                </a:solidFill>
              </a:rPr>
              <a:t>Git</a:t>
            </a:r>
            <a:r>
              <a:rPr lang="ja-JP" altLang="en-US" sz="2400">
                <a:solidFill>
                  <a:schemeClr val="bg1">
                    <a:lumMod val="75000"/>
                  </a:schemeClr>
                </a:solidFill>
              </a:rPr>
              <a:t>の応用操作</a:t>
            </a:r>
            <a:endParaRPr lang="en-US" altLang="ja-JP" sz="2400" dirty="0">
              <a:solidFill>
                <a:schemeClr val="bg1">
                  <a:lumMod val="75000"/>
                </a:schemeClr>
              </a:solidFill>
            </a:endParaRPr>
          </a:p>
          <a:p>
            <a:pPr marL="342900" indent="-342900">
              <a:buAutoNum type="arabicPeriod"/>
            </a:pPr>
            <a:r>
              <a:rPr kumimoji="1" lang="en-US" altLang="ja-JP" sz="2400" dirty="0"/>
              <a:t>GitHub</a:t>
            </a:r>
            <a:r>
              <a:rPr kumimoji="1" lang="ja-JP" altLang="en-US" sz="2400"/>
              <a:t>の基本操作</a:t>
            </a:r>
            <a:endParaRPr kumimoji="1" lang="en-US" altLang="ja-JP" sz="2400" dirty="0"/>
          </a:p>
          <a:p>
            <a:pPr marL="342900" indent="-342900">
              <a:buAutoNum type="arabicPeriod"/>
            </a:pPr>
            <a:r>
              <a:rPr kumimoji="1" lang="en-US" altLang="ja-JP" sz="2400" dirty="0"/>
              <a:t>GitHub</a:t>
            </a:r>
            <a:r>
              <a:rPr kumimoji="1" lang="ja-JP" altLang="en-US" sz="2400"/>
              <a:t>によるウェブアプリケーションのデプロイ</a:t>
            </a:r>
            <a:endParaRPr kumimoji="1" lang="en-US" altLang="ja-JP" sz="2400" dirty="0"/>
          </a:p>
          <a:p>
            <a:pPr marL="342900" indent="-342900">
              <a:buAutoNum type="arabicPeriod"/>
            </a:pPr>
            <a:r>
              <a:rPr lang="ja-JP" altLang="en-US" sz="2400">
                <a:solidFill>
                  <a:schemeClr val="bg1">
                    <a:lumMod val="75000"/>
                  </a:schemeClr>
                </a:solidFill>
              </a:rPr>
              <a:t>機械学習とウェブへのデプロイ</a:t>
            </a:r>
            <a:endParaRPr kumimoji="1" lang="ja-JP" altLang="en-US" sz="240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C6D95F6-D3BE-3950-559D-92C7F31E1222}"/>
              </a:ext>
            </a:extLst>
          </p:cNvPr>
          <p:cNvCxnSpPr/>
          <p:nvPr/>
        </p:nvCxnSpPr>
        <p:spPr>
          <a:xfrm>
            <a:off x="1187624" y="1628800"/>
            <a:ext cx="0" cy="93610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3EDB6C74-2151-0B6F-D59E-3AA75ED5FC7F}"/>
              </a:ext>
            </a:extLst>
          </p:cNvPr>
          <p:cNvCxnSpPr>
            <a:cxnSpLocks/>
          </p:cNvCxnSpPr>
          <p:nvPr/>
        </p:nvCxnSpPr>
        <p:spPr>
          <a:xfrm>
            <a:off x="1187624" y="2708920"/>
            <a:ext cx="0" cy="17281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346BAE5-AB7A-935B-EED7-4D015BA5B171}"/>
              </a:ext>
            </a:extLst>
          </p:cNvPr>
          <p:cNvSpPr txBox="1"/>
          <p:nvPr/>
        </p:nvSpPr>
        <p:spPr>
          <a:xfrm>
            <a:off x="182221" y="1946076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座学</a:t>
            </a:r>
            <a:r>
              <a:rPr kumimoji="1" lang="en-US" altLang="ja-JP" dirty="0"/>
              <a:t>2</a:t>
            </a:r>
            <a:r>
              <a:rPr kumimoji="1" lang="ja-JP" altLang="en-US"/>
              <a:t>回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8C79F15-28C5-3107-A41E-0FAF5E87EBB5}"/>
              </a:ext>
            </a:extLst>
          </p:cNvPr>
          <p:cNvSpPr txBox="1"/>
          <p:nvPr/>
        </p:nvSpPr>
        <p:spPr>
          <a:xfrm>
            <a:off x="158704" y="3429000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3</a:t>
            </a:r>
            <a:r>
              <a:rPr kumimoji="1" lang="ja-JP" altLang="en-US"/>
              <a:t>回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6F1F94-9584-0F29-3D90-AFE32E09C804}"/>
              </a:ext>
            </a:extLst>
          </p:cNvPr>
          <p:cNvSpPr txBox="1"/>
          <p:nvPr/>
        </p:nvSpPr>
        <p:spPr>
          <a:xfrm>
            <a:off x="1331640" y="514238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灰色の単元は時間があれば触れます</a:t>
            </a:r>
          </a:p>
        </p:txBody>
      </p:sp>
    </p:spTree>
    <p:extLst>
      <p:ext uri="{BB962C8B-B14F-4D97-AF65-F5344CB8AC3E}">
        <p14:creationId xmlns:p14="http://schemas.microsoft.com/office/powerpoint/2010/main" val="1370598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66EE882-4BEA-712A-2EA6-430BE32FF8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dirty="0"/>
              <a:t>Git</a:t>
            </a:r>
            <a:r>
              <a:rPr lang="ja-JP" altLang="en-US"/>
              <a:t>と</a:t>
            </a:r>
            <a:r>
              <a:rPr lang="en-US" altLang="ja-JP" dirty="0"/>
              <a:t>VS Code</a:t>
            </a:r>
            <a:r>
              <a:rPr lang="ja-JP" altLang="en-US"/>
              <a:t>のセットアップ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0087E26-A7D5-081F-9E16-44E9456DC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1988840"/>
            <a:ext cx="5437234" cy="3281562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7F1A58-20AF-CA62-E9BB-730A77D19E52}"/>
              </a:ext>
            </a:extLst>
          </p:cNvPr>
          <p:cNvSpPr txBox="1"/>
          <p:nvPr/>
        </p:nvSpPr>
        <p:spPr>
          <a:xfrm>
            <a:off x="683568" y="1052736"/>
            <a:ext cx="74045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演習では</a:t>
            </a:r>
            <a:r>
              <a:rPr kumimoji="1" lang="en-US" altLang="ja-JP" dirty="0"/>
              <a:t>Git</a:t>
            </a:r>
            <a:r>
              <a:rPr kumimoji="1" lang="ja-JP" altLang="en-US"/>
              <a:t>と</a:t>
            </a:r>
            <a:r>
              <a:rPr kumimoji="1" lang="en-US" altLang="ja-JP" dirty="0"/>
              <a:t>VS Code</a:t>
            </a:r>
            <a:r>
              <a:rPr kumimoji="1" lang="ja-JP" altLang="en-US"/>
              <a:t>を使うので、まだインストールしていない人は</a:t>
            </a:r>
            <a:endParaRPr kumimoji="1" lang="en-US" altLang="ja-JP" dirty="0"/>
          </a:p>
          <a:p>
            <a:r>
              <a:rPr lang="ja-JP" altLang="en-US"/>
              <a:t>座学中にインストールしておく</a:t>
            </a:r>
            <a:endParaRPr kumimoji="1" lang="en-US" altLang="ja-JP" dirty="0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B9603222-46D5-6989-C06B-7C58135DFB33}"/>
              </a:ext>
            </a:extLst>
          </p:cNvPr>
          <p:cNvSpPr/>
          <p:nvPr/>
        </p:nvSpPr>
        <p:spPr>
          <a:xfrm>
            <a:off x="2051720" y="4437112"/>
            <a:ext cx="2808312" cy="36004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041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910AA5F-E168-DE11-5E96-9E58F3B7B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TA</a:t>
            </a:r>
            <a:r>
              <a:rPr kumimoji="1" lang="ja-JP" altLang="en-US"/>
              <a:t>募集！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A8D7ABD-5D1F-CC99-3F9E-15DF4A3AD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988840"/>
            <a:ext cx="3461880" cy="4535011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378C9B-A111-AFDD-80B3-951962D8F89C}"/>
              </a:ext>
            </a:extLst>
          </p:cNvPr>
          <p:cNvSpPr txBox="1"/>
          <p:nvPr/>
        </p:nvSpPr>
        <p:spPr>
          <a:xfrm>
            <a:off x="653059" y="1052736"/>
            <a:ext cx="65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既に</a:t>
            </a:r>
            <a:r>
              <a:rPr kumimoji="1" lang="en-US" altLang="ja-JP" dirty="0"/>
              <a:t>Git</a:t>
            </a:r>
            <a:r>
              <a:rPr kumimoji="1" lang="ja-JP" altLang="en-US"/>
              <a:t>に慣れている人は、座学中に演習を実施しておいて、演習で</a:t>
            </a:r>
            <a:r>
              <a:rPr kumimoji="1" lang="en-US" altLang="ja-JP" dirty="0"/>
              <a:t>TA</a:t>
            </a:r>
            <a:r>
              <a:rPr kumimoji="1" lang="ja-JP" altLang="en-US"/>
              <a:t>になってください</a:t>
            </a:r>
          </a:p>
        </p:txBody>
      </p:sp>
      <p:pic>
        <p:nvPicPr>
          <p:cNvPr id="2050" name="Picture 2" descr="工事作業員のイラスト「おじぎ・お詫び」">
            <a:extLst>
              <a:ext uri="{FF2B5EF4-FFF2-40B4-BE49-F238E27FC236}">
                <a16:creationId xmlns:a16="http://schemas.microsoft.com/office/drawing/2014/main" id="{BFA67FE1-0B76-E624-C1D4-4BBADB54B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2017859"/>
            <a:ext cx="1819945" cy="399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073642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6664</TotalTime>
  <Words>174</Words>
  <Application>Microsoft Macintosh PowerPoint</Application>
  <PresentationFormat>画面に合わせる (4:3)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游ゴシック</vt:lpstr>
      <vt:lpstr>Arial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1341</cp:revision>
  <dcterms:created xsi:type="dcterms:W3CDTF">2019-01-02T05:23:01Z</dcterms:created>
  <dcterms:modified xsi:type="dcterms:W3CDTF">2026-03-06T09:34:37Z</dcterms:modified>
</cp:coreProperties>
</file>