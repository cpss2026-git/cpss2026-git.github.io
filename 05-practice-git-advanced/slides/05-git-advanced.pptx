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38"/>
  </p:notesMasterIdLst>
  <p:sldIdLst>
    <p:sldId id="256" r:id="rId2"/>
    <p:sldId id="297" r:id="rId3"/>
    <p:sldId id="355" r:id="rId4"/>
    <p:sldId id="356" r:id="rId5"/>
    <p:sldId id="357" r:id="rId6"/>
    <p:sldId id="358" r:id="rId7"/>
    <p:sldId id="359" r:id="rId8"/>
    <p:sldId id="360" r:id="rId9"/>
    <p:sldId id="361" r:id="rId10"/>
    <p:sldId id="362" r:id="rId11"/>
    <p:sldId id="363" r:id="rId12"/>
    <p:sldId id="364" r:id="rId13"/>
    <p:sldId id="365" r:id="rId14"/>
    <p:sldId id="366" r:id="rId15"/>
    <p:sldId id="367" r:id="rId16"/>
    <p:sldId id="368" r:id="rId17"/>
    <p:sldId id="369" r:id="rId18"/>
    <p:sldId id="370" r:id="rId19"/>
    <p:sldId id="371" r:id="rId20"/>
    <p:sldId id="372" r:id="rId21"/>
    <p:sldId id="373" r:id="rId22"/>
    <p:sldId id="374" r:id="rId23"/>
    <p:sldId id="376" r:id="rId24"/>
    <p:sldId id="375" r:id="rId25"/>
    <p:sldId id="377" r:id="rId26"/>
    <p:sldId id="378" r:id="rId27"/>
    <p:sldId id="379" r:id="rId28"/>
    <p:sldId id="380" r:id="rId29"/>
    <p:sldId id="381" r:id="rId30"/>
    <p:sldId id="382" r:id="rId31"/>
    <p:sldId id="383" r:id="rId32"/>
    <p:sldId id="384" r:id="rId33"/>
    <p:sldId id="385" r:id="rId34"/>
    <p:sldId id="386" r:id="rId35"/>
    <p:sldId id="387" r:id="rId36"/>
    <p:sldId id="388" r:id="rId37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  <a:srgbClr val="FFFF99"/>
    <a:srgbClr val="CCFFCC"/>
    <a:srgbClr val="CCECFF"/>
    <a:srgbClr val="FFCCCC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47" autoAdjust="0"/>
    <p:restoredTop sz="94660"/>
  </p:normalViewPr>
  <p:slideViewPr>
    <p:cSldViewPr>
      <p:cViewPr varScale="1">
        <p:scale>
          <a:sx n="63" d="100"/>
          <a:sy n="63" d="100"/>
        </p:scale>
        <p:origin x="1480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2026/3/9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6" name="円/楕円 3">
            <a:extLst>
              <a:ext uri="{FF2B5EF4-FFF2-40B4-BE49-F238E27FC236}">
                <a16:creationId xmlns:a16="http://schemas.microsoft.com/office/drawing/2014/main" id="{487F8E9E-2412-46EC-98D7-79D3FF31255F}"/>
              </a:ext>
            </a:extLst>
          </p:cNvPr>
          <p:cNvSpPr/>
          <p:nvPr userDrawn="1"/>
        </p:nvSpPr>
        <p:spPr>
          <a:xfrm>
            <a:off x="8532440" y="6237312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7889554-4F08-4BCC-A76B-18FB5F2766B3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9" name="弦 8">
            <a:extLst>
              <a:ext uri="{FF2B5EF4-FFF2-40B4-BE49-F238E27FC236}">
                <a16:creationId xmlns:a16="http://schemas.microsoft.com/office/drawing/2014/main" id="{F11AA314-EB24-44EB-A852-674DA52458DB}"/>
              </a:ext>
            </a:extLst>
          </p:cNvPr>
          <p:cNvSpPr/>
          <p:nvPr userDrawn="1"/>
        </p:nvSpPr>
        <p:spPr>
          <a:xfrm rot="15300000">
            <a:off x="8520720" y="6221077"/>
            <a:ext cx="565274" cy="565274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B1D6D61-20B2-4D37-BE12-D11D0A62A47D}"/>
              </a:ext>
            </a:extLst>
          </p:cNvPr>
          <p:cNvSpPr txBox="1"/>
          <p:nvPr userDrawn="1"/>
        </p:nvSpPr>
        <p:spPr>
          <a:xfrm>
            <a:off x="8717317" y="643783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400" dirty="0"/>
              <a:t>36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dirty="0">
                <a:solidFill>
                  <a:srgbClr val="011893"/>
                </a:solidFill>
              </a:rPr>
              <a:t>演習：</a:t>
            </a:r>
            <a:r>
              <a:rPr lang="en-US" altLang="ja-JP" sz="4000" dirty="0">
                <a:solidFill>
                  <a:srgbClr val="011893"/>
                </a:solidFill>
              </a:rPr>
              <a:t>Git</a:t>
            </a:r>
            <a:r>
              <a:rPr lang="ja-JP" altLang="en-US" sz="4000">
                <a:solidFill>
                  <a:srgbClr val="011893"/>
                </a:solidFill>
              </a:rPr>
              <a:t>の応用操作</a:t>
            </a:r>
            <a:endParaRPr lang="en-US" altLang="ja-JP" sz="4000" dirty="0">
              <a:solidFill>
                <a:srgbClr val="011893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E9A85EF-9422-2338-B0C6-29CC847652CB}"/>
              </a:ext>
            </a:extLst>
          </p:cNvPr>
          <p:cNvSpPr txBox="1"/>
          <p:nvPr/>
        </p:nvSpPr>
        <p:spPr>
          <a:xfrm>
            <a:off x="0" y="645333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/>
              <a:t>入門」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A3EAC2E-574A-4BF8-8DAE-C46E6B0847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今回の目標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BE09DD-BFB2-4A03-AAF8-832DB3A68F0A}"/>
              </a:ext>
            </a:extLst>
          </p:cNvPr>
          <p:cNvSpPr txBox="1"/>
          <p:nvPr/>
        </p:nvSpPr>
        <p:spPr>
          <a:xfrm>
            <a:off x="395536" y="2132856"/>
            <a:ext cx="803938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git amend</a:t>
            </a:r>
            <a:r>
              <a:rPr kumimoji="1" lang="ja-JP" altLang="en-US" sz="2400" dirty="0"/>
              <a:t>によりコミットが変更されることを確認する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git merge</a:t>
            </a:r>
            <a:r>
              <a:rPr kumimoji="1" lang="ja-JP" altLang="en-US" sz="2400" dirty="0"/>
              <a:t>の衝突を解決する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400" dirty="0"/>
              <a:t>git rebase</a:t>
            </a:r>
            <a:r>
              <a:rPr lang="ja-JP" altLang="en-US" sz="2400" dirty="0"/>
              <a:t>により歴史を改変する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git rebase</a:t>
            </a:r>
            <a:r>
              <a:rPr kumimoji="1" lang="ja-JP" altLang="en-US" sz="2400" dirty="0"/>
              <a:t>の衝突を解決する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400" dirty="0"/>
              <a:t>git bisect</a:t>
            </a:r>
            <a:r>
              <a:rPr lang="ja-JP" altLang="en-US" sz="2400" dirty="0"/>
              <a:t>を使ってみる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652201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B0B2E08-2322-4621-96D8-09F2805817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1 – Step 1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2681C2F-5171-4322-B646-83338BD785FA}"/>
              </a:ext>
            </a:extLst>
          </p:cNvPr>
          <p:cNvSpPr txBox="1"/>
          <p:nvPr/>
        </p:nvSpPr>
        <p:spPr>
          <a:xfrm>
            <a:off x="251520" y="3188456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リポジトリのクローン</a:t>
            </a:r>
            <a:endParaRPr kumimoji="1" lang="ja-JP" altLang="en-US" sz="2400" dirty="0"/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75E72301-FC0B-4A8E-9B26-89B79DAD39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170080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フォルダのイラスト">
            <a:extLst>
              <a:ext uri="{FF2B5EF4-FFF2-40B4-BE49-F238E27FC236}">
                <a16:creationId xmlns:a16="http://schemas.microsoft.com/office/drawing/2014/main" id="{22371725-AC05-4D7B-8CE2-DB58F011E2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080" y="170080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6DB8F02-7DE6-47FC-B81C-EE537DFD101A}"/>
              </a:ext>
            </a:extLst>
          </p:cNvPr>
          <p:cNvSpPr txBox="1"/>
          <p:nvPr/>
        </p:nvSpPr>
        <p:spPr>
          <a:xfrm>
            <a:off x="5220072" y="220486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F034A74-0B80-4209-A9F7-45B89BC1AB03}"/>
              </a:ext>
            </a:extLst>
          </p:cNvPr>
          <p:cNvSpPr txBox="1"/>
          <p:nvPr/>
        </p:nvSpPr>
        <p:spPr>
          <a:xfrm>
            <a:off x="827584" y="3764520"/>
            <a:ext cx="77829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cd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</a:t>
            </a:r>
            <a:r>
              <a:rPr lang="en-US" altLang="ja-JP" dirty="0" err="1">
                <a:latin typeface="Consolas" panose="020B0609020204030204" pitchFamily="49" charset="0"/>
              </a:rPr>
              <a:t>github</a:t>
            </a:r>
            <a:endParaRPr lang="en-US" altLang="ja-JP" dirty="0">
              <a:latin typeface="Consolas" panose="020B0609020204030204" pitchFamily="49" charset="0"/>
            </a:endParaRPr>
          </a:p>
          <a:p>
            <a:r>
              <a:rPr kumimoji="1" lang="en-US" altLang="ja-JP" dirty="0">
                <a:latin typeface="Consolas" panose="020B0609020204030204" pitchFamily="49" charset="0"/>
              </a:rPr>
              <a:t>git clone https://</a:t>
            </a:r>
            <a:r>
              <a:rPr kumimoji="1" lang="en-US" altLang="ja-JP" dirty="0" err="1">
                <a:latin typeface="Consolas" panose="020B0609020204030204" pitchFamily="49" charset="0"/>
              </a:rPr>
              <a:t>github.com</a:t>
            </a:r>
            <a:r>
              <a:rPr lang="en-US" altLang="ja-JP" dirty="0">
                <a:latin typeface="Consolas" panose="020B0609020204030204" pitchFamily="49" charset="0"/>
              </a:rPr>
              <a:t>/cpss2026-git/</a:t>
            </a:r>
            <a:r>
              <a:rPr kumimoji="1" lang="en-US" altLang="ja-JP" dirty="0">
                <a:latin typeface="Consolas" panose="020B0609020204030204" pitchFamily="49" charset="0"/>
              </a:rPr>
              <a:t>amend-sample.git</a:t>
            </a:r>
          </a:p>
          <a:p>
            <a:r>
              <a:rPr kumimoji="1" lang="en-US" altLang="ja-JP" dirty="0">
                <a:latin typeface="Consolas" panose="020B0609020204030204" pitchFamily="49" charset="0"/>
              </a:rPr>
              <a:t>cd amend-sample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1026" name="Picture 2" descr="家のイラスト7">
            <a:extLst>
              <a:ext uri="{FF2B5EF4-FFF2-40B4-BE49-F238E27FC236}">
                <a16:creationId xmlns:a16="http://schemas.microsoft.com/office/drawing/2014/main" id="{0A3318F2-BA31-40E1-AE5F-BE531B6C4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1844824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B9408EA0-AE62-49C7-BB84-4723EA3BF9C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4770022" y="199480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フォルダのイラスト">
            <a:extLst>
              <a:ext uri="{FF2B5EF4-FFF2-40B4-BE49-F238E27FC236}">
                <a16:creationId xmlns:a16="http://schemas.microsoft.com/office/drawing/2014/main" id="{C30570D5-D05E-4140-BE97-0E32241B6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9792" y="587727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フォルダのイラスト">
            <a:extLst>
              <a:ext uri="{FF2B5EF4-FFF2-40B4-BE49-F238E27FC236}">
                <a16:creationId xmlns:a16="http://schemas.microsoft.com/office/drawing/2014/main" id="{A480CBE2-CD30-4386-BC8B-BABC907DD0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587727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281A1793-D9AC-4564-A71D-05C42183749D}"/>
              </a:ext>
            </a:extLst>
          </p:cNvPr>
          <p:cNvSpPr txBox="1"/>
          <p:nvPr/>
        </p:nvSpPr>
        <p:spPr>
          <a:xfrm>
            <a:off x="3851920" y="6381328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26" name="Picture 2" descr="家のイラスト7">
            <a:extLst>
              <a:ext uri="{FF2B5EF4-FFF2-40B4-BE49-F238E27FC236}">
                <a16:creationId xmlns:a16="http://schemas.microsoft.com/office/drawing/2014/main" id="{0E850664-FB0A-43DE-AF7C-94922EADF9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3808" y="6021288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D3ED2DA-10FC-49CE-B0FB-915EDFC04F4A}"/>
              </a:ext>
            </a:extLst>
          </p:cNvPr>
          <p:cNvCxnSpPr>
            <a:stCxn id="23" idx="3"/>
            <a:endCxn id="24" idx="1"/>
          </p:cNvCxnSpPr>
          <p:nvPr/>
        </p:nvCxnSpPr>
        <p:spPr>
          <a:xfrm>
            <a:off x="3401870" y="6171267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" descr="フォルダのイラスト">
            <a:extLst>
              <a:ext uri="{FF2B5EF4-FFF2-40B4-BE49-F238E27FC236}">
                <a16:creationId xmlns:a16="http://schemas.microsoft.com/office/drawing/2014/main" id="{1A351DBE-19EF-4383-91BC-AEC29B695F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5877272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D57BDD3F-137C-480D-B056-C6FA61A7C973}"/>
              </a:ext>
            </a:extLst>
          </p:cNvPr>
          <p:cNvCxnSpPr>
            <a:endCxn id="28" idx="1"/>
          </p:cNvCxnSpPr>
          <p:nvPr/>
        </p:nvCxnSpPr>
        <p:spPr>
          <a:xfrm>
            <a:off x="4626006" y="6171267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05F9EE3-BAE3-45CD-9754-D63DF44D6F7C}"/>
              </a:ext>
            </a:extLst>
          </p:cNvPr>
          <p:cNvSpPr txBox="1"/>
          <p:nvPr/>
        </p:nvSpPr>
        <p:spPr>
          <a:xfrm>
            <a:off x="4716016" y="6381328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amend-sample</a:t>
            </a:r>
            <a:endParaRPr kumimoji="1" lang="ja-JP" alt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FED736F-C4FA-4862-9C77-080B0811E8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080" y="6021288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家のイラスト7">
            <a:extLst>
              <a:ext uri="{FF2B5EF4-FFF2-40B4-BE49-F238E27FC236}">
                <a16:creationId xmlns:a16="http://schemas.microsoft.com/office/drawing/2014/main" id="{27F96E8F-9EDF-4BE7-B50A-B0C9F46F4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6256" y="1340768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4">
            <a:extLst>
              <a:ext uri="{FF2B5EF4-FFF2-40B4-BE49-F238E27FC236}">
                <a16:creationId xmlns:a16="http://schemas.microsoft.com/office/drawing/2014/main" id="{3E777BBD-055B-4638-92E4-42ED1317E3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6256" y="1916832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78BB363-007B-421E-B961-F6A90D90AE27}"/>
              </a:ext>
            </a:extLst>
          </p:cNvPr>
          <p:cNvSpPr txBox="1"/>
          <p:nvPr/>
        </p:nvSpPr>
        <p:spPr>
          <a:xfrm>
            <a:off x="7236296" y="1340768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/>
              <a:t>ホームディレクトリ</a:t>
            </a:r>
            <a:endParaRPr kumimoji="1" lang="ja-JP" altLang="en-US" sz="1400" dirty="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008AE68-B65C-4E92-935F-5883690ED78A}"/>
              </a:ext>
            </a:extLst>
          </p:cNvPr>
          <p:cNvSpPr txBox="1"/>
          <p:nvPr/>
        </p:nvSpPr>
        <p:spPr>
          <a:xfrm>
            <a:off x="7308304" y="1844824"/>
            <a:ext cx="13115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Git</a:t>
            </a:r>
            <a:r>
              <a:rPr lang="ja-JP" altLang="en-US" sz="1400" dirty="0"/>
              <a:t>管理された</a:t>
            </a:r>
            <a:endParaRPr lang="en-US" altLang="ja-JP" sz="1400" dirty="0"/>
          </a:p>
          <a:p>
            <a:r>
              <a:rPr kumimoji="1" lang="ja-JP" altLang="en-US" sz="1400" dirty="0"/>
              <a:t>ディレクトリ</a:t>
            </a:r>
          </a:p>
        </p:txBody>
      </p:sp>
      <p:pic>
        <p:nvPicPr>
          <p:cNvPr id="31" name="Picture 2" descr="手を上げている男の子のイラスト">
            <a:extLst>
              <a:ext uri="{FF2B5EF4-FFF2-40B4-BE49-F238E27FC236}">
                <a16:creationId xmlns:a16="http://schemas.microsoft.com/office/drawing/2014/main" id="{25F5DECB-C5F5-4A94-B7E9-733D54F0EC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080" y="5373216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FF28D82-9ED6-4FD2-8DA3-9E074832F5C9}"/>
              </a:ext>
            </a:extLst>
          </p:cNvPr>
          <p:cNvSpPr txBox="1"/>
          <p:nvPr/>
        </p:nvSpPr>
        <p:spPr>
          <a:xfrm>
            <a:off x="5715300" y="5517232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ここがカレントディレクトリに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065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C9FC35D-439B-4D2A-B2EE-13619F77BB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1 – Step 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0A020DB-1700-43A1-8863-48DD090945C5}"/>
              </a:ext>
            </a:extLst>
          </p:cNvPr>
          <p:cNvSpPr txBox="1"/>
          <p:nvPr/>
        </p:nvSpPr>
        <p:spPr>
          <a:xfrm>
            <a:off x="539552" y="2060848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683DF95-317E-4C7A-9900-C86C3158DF48}"/>
              </a:ext>
            </a:extLst>
          </p:cNvPr>
          <p:cNvSpPr/>
          <p:nvPr/>
        </p:nvSpPr>
        <p:spPr>
          <a:xfrm>
            <a:off x="2915816" y="609329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B7D36FE0-CA36-4F80-BC1B-626A8D4E2917}"/>
              </a:ext>
            </a:extLst>
          </p:cNvPr>
          <p:cNvSpPr/>
          <p:nvPr/>
        </p:nvSpPr>
        <p:spPr>
          <a:xfrm>
            <a:off x="2915816" y="537321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971552BF-3E60-425F-BCD0-7EF6656DF7E6}"/>
              </a:ext>
            </a:extLst>
          </p:cNvPr>
          <p:cNvSpPr/>
          <p:nvPr/>
        </p:nvSpPr>
        <p:spPr>
          <a:xfrm>
            <a:off x="2915816" y="465313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2DBF339A-3486-4E27-8492-494540D72E2A}"/>
              </a:ext>
            </a:extLst>
          </p:cNvPr>
          <p:cNvSpPr/>
          <p:nvPr/>
        </p:nvSpPr>
        <p:spPr>
          <a:xfrm>
            <a:off x="2915816" y="393305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9C226E8-124C-4B63-B7FF-DB194C571703}"/>
              </a:ext>
            </a:extLst>
          </p:cNvPr>
          <p:cNvSpPr txBox="1"/>
          <p:nvPr/>
        </p:nvSpPr>
        <p:spPr>
          <a:xfrm>
            <a:off x="3707904" y="6165304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312A882-A5FE-4F2C-81B4-BB3388D50A52}"/>
              </a:ext>
            </a:extLst>
          </p:cNvPr>
          <p:cNvSpPr txBox="1"/>
          <p:nvPr/>
        </p:nvSpPr>
        <p:spPr>
          <a:xfrm>
            <a:off x="3707904" y="537321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FB6AD8D-DBDA-4007-83F3-CEF639CD53DE}"/>
              </a:ext>
            </a:extLst>
          </p:cNvPr>
          <p:cNvSpPr txBox="1"/>
          <p:nvPr/>
        </p:nvSpPr>
        <p:spPr>
          <a:xfrm>
            <a:off x="3707904" y="465313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EB6A9BC-027B-41DB-B365-C50AC350785F}"/>
              </a:ext>
            </a:extLst>
          </p:cNvPr>
          <p:cNvSpPr txBox="1"/>
          <p:nvPr/>
        </p:nvSpPr>
        <p:spPr>
          <a:xfrm>
            <a:off x="3707904" y="393305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rgbClr val="FF0000"/>
                </a:solidFill>
                <a:latin typeface="Consolas" panose="020B0609020204030204" pitchFamily="49" charset="0"/>
              </a:rPr>
              <a:t>updaets</a:t>
            </a:r>
            <a:r>
              <a:rPr kumimoji="1" lang="en-US" altLang="ja-JP" dirty="0">
                <a:latin typeface="Consolas" panose="020B0609020204030204" pitchFamily="49" charset="0"/>
              </a:rPr>
              <a:t>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025CAFCD-2F17-46CC-887F-8246D77426F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flipV="1">
            <a:off x="3131840" y="5805264"/>
            <a:ext cx="0" cy="2880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C3A25627-FA8A-4103-B816-AA66FBE220CC}"/>
              </a:ext>
            </a:extLst>
          </p:cNvPr>
          <p:cNvCxnSpPr>
            <a:stCxn id="5" idx="0"/>
            <a:endCxn id="6" idx="4"/>
          </p:cNvCxnSpPr>
          <p:nvPr/>
        </p:nvCxnSpPr>
        <p:spPr>
          <a:xfrm flipV="1">
            <a:off x="3131840" y="508518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9C298FE-D4A0-47E8-8588-85286EBFB4E5}"/>
              </a:ext>
            </a:extLst>
          </p:cNvPr>
          <p:cNvCxnSpPr>
            <a:cxnSpLocks/>
            <a:stCxn id="6" idx="0"/>
            <a:endCxn id="7" idx="4"/>
          </p:cNvCxnSpPr>
          <p:nvPr/>
        </p:nvCxnSpPr>
        <p:spPr>
          <a:xfrm flipV="1">
            <a:off x="3131840" y="436510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四角形: 1 つの角を切り取り 1 つの角を丸める 19">
            <a:extLst>
              <a:ext uri="{FF2B5EF4-FFF2-40B4-BE49-F238E27FC236}">
                <a16:creationId xmlns:a16="http://schemas.microsoft.com/office/drawing/2014/main" id="{9E75E307-7A64-497A-A80B-18A090748A5E}"/>
              </a:ext>
            </a:extLst>
          </p:cNvPr>
          <p:cNvSpPr/>
          <p:nvPr/>
        </p:nvSpPr>
        <p:spPr>
          <a:xfrm>
            <a:off x="1907704" y="342900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9F30DFAD-7AFC-4675-A831-2309B363F56E}"/>
              </a:ext>
            </a:extLst>
          </p:cNvPr>
          <p:cNvCxnSpPr>
            <a:stCxn id="20" idx="1"/>
            <a:endCxn id="7" idx="2"/>
          </p:cNvCxnSpPr>
          <p:nvPr/>
        </p:nvCxnSpPr>
        <p:spPr>
          <a:xfrm rot="16200000" flipH="1">
            <a:off x="2508920" y="3742184"/>
            <a:ext cx="381744" cy="43204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FAE393F-639E-489B-8877-3159AF6E2B07}"/>
              </a:ext>
            </a:extLst>
          </p:cNvPr>
          <p:cNvSpPr/>
          <p:nvPr/>
        </p:nvSpPr>
        <p:spPr>
          <a:xfrm>
            <a:off x="467544" y="3421251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BC11CF2C-E59B-4781-85EF-59192DF418D7}"/>
              </a:ext>
            </a:extLst>
          </p:cNvPr>
          <p:cNvCxnSpPr>
            <a:cxnSpLocks/>
            <a:stCxn id="24" idx="3"/>
            <a:endCxn id="20" idx="2"/>
          </p:cNvCxnSpPr>
          <p:nvPr/>
        </p:nvCxnSpPr>
        <p:spPr>
          <a:xfrm flipV="1">
            <a:off x="1403648" y="3598168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84F612B-D17C-4823-82D6-614DAD7219EE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歴史の確認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555618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3DDA950-C614-410F-99AD-2B419AD457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1 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B361B09-6323-42FD-ABC8-08672E0E0289}"/>
              </a:ext>
            </a:extLst>
          </p:cNvPr>
          <p:cNvSpPr txBox="1"/>
          <p:nvPr/>
        </p:nvSpPr>
        <p:spPr>
          <a:xfrm>
            <a:off x="251520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コミットの保存</a:t>
            </a:r>
            <a:endParaRPr kumimoji="1" lang="ja-JP" altLang="en-US" sz="2400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E9986D7-6E25-47DA-AB58-2A688886D0E1}"/>
              </a:ext>
            </a:extLst>
          </p:cNvPr>
          <p:cNvSpPr/>
          <p:nvPr/>
        </p:nvSpPr>
        <p:spPr>
          <a:xfrm>
            <a:off x="2915816" y="609329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8B45342F-46A8-427F-980B-9B6F7FB5E4FF}"/>
              </a:ext>
            </a:extLst>
          </p:cNvPr>
          <p:cNvSpPr/>
          <p:nvPr/>
        </p:nvSpPr>
        <p:spPr>
          <a:xfrm>
            <a:off x="2915816" y="537321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5D2AF606-CF06-4F7C-982D-E3D185DF6A3B}"/>
              </a:ext>
            </a:extLst>
          </p:cNvPr>
          <p:cNvSpPr/>
          <p:nvPr/>
        </p:nvSpPr>
        <p:spPr>
          <a:xfrm>
            <a:off x="2915816" y="465313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F74D9E72-17F0-497E-9994-860B3034D0A3}"/>
              </a:ext>
            </a:extLst>
          </p:cNvPr>
          <p:cNvSpPr/>
          <p:nvPr/>
        </p:nvSpPr>
        <p:spPr>
          <a:xfrm>
            <a:off x="2915816" y="393305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BEA7A26-EA3D-4681-A1B2-E8C9D88C146A}"/>
              </a:ext>
            </a:extLst>
          </p:cNvPr>
          <p:cNvSpPr txBox="1"/>
          <p:nvPr/>
        </p:nvSpPr>
        <p:spPr>
          <a:xfrm>
            <a:off x="3707904" y="6165304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C827EEA-BBB9-4CF1-A699-580522F0FEF0}"/>
              </a:ext>
            </a:extLst>
          </p:cNvPr>
          <p:cNvSpPr txBox="1"/>
          <p:nvPr/>
        </p:nvSpPr>
        <p:spPr>
          <a:xfrm>
            <a:off x="3707904" y="537321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D273281-989D-4752-B0F0-E2E0363960C0}"/>
              </a:ext>
            </a:extLst>
          </p:cNvPr>
          <p:cNvSpPr txBox="1"/>
          <p:nvPr/>
        </p:nvSpPr>
        <p:spPr>
          <a:xfrm>
            <a:off x="3707904" y="465313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1583225-7944-499F-84C8-7C6EB38F6458}"/>
              </a:ext>
            </a:extLst>
          </p:cNvPr>
          <p:cNvSpPr txBox="1"/>
          <p:nvPr/>
        </p:nvSpPr>
        <p:spPr>
          <a:xfrm>
            <a:off x="3707904" y="393305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rgbClr val="FF0000"/>
                </a:solidFill>
                <a:latin typeface="Consolas" panose="020B0609020204030204" pitchFamily="49" charset="0"/>
              </a:rPr>
              <a:t>updaets</a:t>
            </a:r>
            <a:r>
              <a:rPr kumimoji="1" lang="en-US" altLang="ja-JP" dirty="0">
                <a:latin typeface="Consolas" panose="020B0609020204030204" pitchFamily="49" charset="0"/>
              </a:rPr>
              <a:t>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77471FE1-F85F-4EE3-BE6C-78B5D820698E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flipV="1">
            <a:off x="3131840" y="5805264"/>
            <a:ext cx="0" cy="2880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7AEEE878-B3CA-4E01-9244-C81117D292B5}"/>
              </a:ext>
            </a:extLst>
          </p:cNvPr>
          <p:cNvCxnSpPr>
            <a:stCxn id="5" idx="0"/>
            <a:endCxn id="6" idx="4"/>
          </p:cNvCxnSpPr>
          <p:nvPr/>
        </p:nvCxnSpPr>
        <p:spPr>
          <a:xfrm flipV="1">
            <a:off x="3131840" y="508518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5807314F-A883-4D63-BB04-C03F1A6C1702}"/>
              </a:ext>
            </a:extLst>
          </p:cNvPr>
          <p:cNvCxnSpPr>
            <a:cxnSpLocks/>
            <a:stCxn id="6" idx="0"/>
            <a:endCxn id="7" idx="4"/>
          </p:cNvCxnSpPr>
          <p:nvPr/>
        </p:nvCxnSpPr>
        <p:spPr>
          <a:xfrm flipV="1">
            <a:off x="3131840" y="436510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四角形: 1 つの角を切り取り 1 つの角を丸める 14">
            <a:extLst>
              <a:ext uri="{FF2B5EF4-FFF2-40B4-BE49-F238E27FC236}">
                <a16:creationId xmlns:a16="http://schemas.microsoft.com/office/drawing/2014/main" id="{32D6F2B5-EC35-47F9-A414-E76DBBB18CFA}"/>
              </a:ext>
            </a:extLst>
          </p:cNvPr>
          <p:cNvSpPr/>
          <p:nvPr/>
        </p:nvSpPr>
        <p:spPr>
          <a:xfrm>
            <a:off x="1547664" y="342900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5E8BBAE0-BF03-45D1-9B8F-C3AFCABCF445}"/>
              </a:ext>
            </a:extLst>
          </p:cNvPr>
          <p:cNvCxnSpPr>
            <a:stCxn id="15" idx="1"/>
            <a:endCxn id="7" idx="2"/>
          </p:cNvCxnSpPr>
          <p:nvPr/>
        </p:nvCxnSpPr>
        <p:spPr>
          <a:xfrm rot="16200000" flipH="1">
            <a:off x="2328900" y="3562164"/>
            <a:ext cx="381744" cy="79208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88C612B-4E33-4DA1-878A-A26A7EED68BF}"/>
              </a:ext>
            </a:extLst>
          </p:cNvPr>
          <p:cNvSpPr/>
          <p:nvPr/>
        </p:nvSpPr>
        <p:spPr>
          <a:xfrm>
            <a:off x="107504" y="3421251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AB3759F4-3E86-4F78-9D23-74E69E2DB4DB}"/>
              </a:ext>
            </a:extLst>
          </p:cNvPr>
          <p:cNvCxnSpPr>
            <a:cxnSpLocks/>
            <a:stCxn id="17" idx="3"/>
            <a:endCxn id="15" idx="2"/>
          </p:cNvCxnSpPr>
          <p:nvPr/>
        </p:nvCxnSpPr>
        <p:spPr>
          <a:xfrm flipV="1">
            <a:off x="1043608" y="3598168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四角形: 1 つの角を切り取り 1 つの角を丸める 19">
            <a:extLst>
              <a:ext uri="{FF2B5EF4-FFF2-40B4-BE49-F238E27FC236}">
                <a16:creationId xmlns:a16="http://schemas.microsoft.com/office/drawing/2014/main" id="{E062E1E8-1CBC-4F13-B9DC-32BD909AB39E}"/>
              </a:ext>
            </a:extLst>
          </p:cNvPr>
          <p:cNvSpPr/>
          <p:nvPr/>
        </p:nvSpPr>
        <p:spPr>
          <a:xfrm>
            <a:off x="2090465" y="2852936"/>
            <a:ext cx="2088232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original_main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8206B2F-7412-49F2-B958-222A1DE67E06}"/>
              </a:ext>
            </a:extLst>
          </p:cNvPr>
          <p:cNvCxnSpPr>
            <a:stCxn id="20" idx="1"/>
            <a:endCxn id="7" idx="0"/>
          </p:cNvCxnSpPr>
          <p:nvPr/>
        </p:nvCxnSpPr>
        <p:spPr>
          <a:xfrm flipH="1">
            <a:off x="3131840" y="3212976"/>
            <a:ext cx="2741" cy="72008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EAA05369-55BB-4C5C-A1CF-31B47D28F634}"/>
              </a:ext>
            </a:extLst>
          </p:cNvPr>
          <p:cNvSpPr txBox="1"/>
          <p:nvPr/>
        </p:nvSpPr>
        <p:spPr>
          <a:xfrm>
            <a:off x="683568" y="1988840"/>
            <a:ext cx="357020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branch 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original_main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484C499D-3134-4004-9ACF-45704439EE14}"/>
              </a:ext>
            </a:extLst>
          </p:cNvPr>
          <p:cNvSpPr txBox="1"/>
          <p:nvPr/>
        </p:nvSpPr>
        <p:spPr>
          <a:xfrm>
            <a:off x="4788024" y="1412776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現在のコミットに別名をつけておく</a:t>
            </a:r>
          </a:p>
        </p:txBody>
      </p:sp>
    </p:spTree>
    <p:extLst>
      <p:ext uri="{BB962C8B-B14F-4D97-AF65-F5344CB8AC3E}">
        <p14:creationId xmlns:p14="http://schemas.microsoft.com/office/powerpoint/2010/main" val="1393844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986DB01-DA84-4950-8288-5014DCCD8E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1 – Step 4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96F919C-BEAD-46E5-9E17-D5ADBDE6285D}"/>
              </a:ext>
            </a:extLst>
          </p:cNvPr>
          <p:cNvSpPr txBox="1"/>
          <p:nvPr/>
        </p:nvSpPr>
        <p:spPr>
          <a:xfrm>
            <a:off x="251520" y="1268760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コミットメッセージの修正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0574C64-E761-4B29-9769-A08086F3AD3C}"/>
              </a:ext>
            </a:extLst>
          </p:cNvPr>
          <p:cNvSpPr txBox="1"/>
          <p:nvPr/>
        </p:nvSpPr>
        <p:spPr>
          <a:xfrm>
            <a:off x="683568" y="1988840"/>
            <a:ext cx="596830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--amend -m "updates README.md"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70C6E7D4-74B2-4221-8BC9-D46888AB068E}"/>
              </a:ext>
            </a:extLst>
          </p:cNvPr>
          <p:cNvSpPr/>
          <p:nvPr/>
        </p:nvSpPr>
        <p:spPr>
          <a:xfrm>
            <a:off x="2915816" y="609329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C251D09-58E8-4F6B-8EA1-3C321DEF5F26}"/>
              </a:ext>
            </a:extLst>
          </p:cNvPr>
          <p:cNvSpPr/>
          <p:nvPr/>
        </p:nvSpPr>
        <p:spPr>
          <a:xfrm>
            <a:off x="2915816" y="537321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8FA47D71-BFAC-42E3-ADFF-3A761417DE43}"/>
              </a:ext>
            </a:extLst>
          </p:cNvPr>
          <p:cNvSpPr/>
          <p:nvPr/>
        </p:nvSpPr>
        <p:spPr>
          <a:xfrm>
            <a:off x="2915816" y="465313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51728202-9B55-4115-AFAA-3E82D1774893}"/>
              </a:ext>
            </a:extLst>
          </p:cNvPr>
          <p:cNvSpPr/>
          <p:nvPr/>
        </p:nvSpPr>
        <p:spPr>
          <a:xfrm>
            <a:off x="755576" y="36450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91496F6-7F49-4D11-8AB8-4542E96E77A7}"/>
              </a:ext>
            </a:extLst>
          </p:cNvPr>
          <p:cNvSpPr txBox="1"/>
          <p:nvPr/>
        </p:nvSpPr>
        <p:spPr>
          <a:xfrm>
            <a:off x="3707904" y="6165304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01AF70C-6E01-41ED-9626-C35F5D759816}"/>
              </a:ext>
            </a:extLst>
          </p:cNvPr>
          <p:cNvSpPr txBox="1"/>
          <p:nvPr/>
        </p:nvSpPr>
        <p:spPr>
          <a:xfrm>
            <a:off x="3707904" y="537321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7613171-B22F-4B64-80AB-C2AD710D714B}"/>
              </a:ext>
            </a:extLst>
          </p:cNvPr>
          <p:cNvSpPr txBox="1"/>
          <p:nvPr/>
        </p:nvSpPr>
        <p:spPr>
          <a:xfrm>
            <a:off x="3707904" y="465313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44A7ACB-56CE-454C-BD69-2F4CEE152582}"/>
              </a:ext>
            </a:extLst>
          </p:cNvPr>
          <p:cNvSpPr txBox="1"/>
          <p:nvPr/>
        </p:nvSpPr>
        <p:spPr>
          <a:xfrm>
            <a:off x="1259632" y="36450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rgbClr val="FF0000"/>
                </a:solidFill>
                <a:latin typeface="Consolas" panose="020B0609020204030204" pitchFamily="49" charset="0"/>
              </a:rPr>
              <a:t>updaets</a:t>
            </a:r>
            <a:r>
              <a:rPr kumimoji="1" lang="en-US" altLang="ja-JP" dirty="0">
                <a:latin typeface="Consolas" panose="020B0609020204030204" pitchFamily="49" charset="0"/>
              </a:rPr>
              <a:t>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DA65B867-65C3-48BC-AA20-9CA16BD4F000}"/>
              </a:ext>
            </a:extLst>
          </p:cNvPr>
          <p:cNvCxnSpPr>
            <a:cxnSpLocks/>
            <a:stCxn id="5" idx="0"/>
            <a:endCxn id="6" idx="4"/>
          </p:cNvCxnSpPr>
          <p:nvPr/>
        </p:nvCxnSpPr>
        <p:spPr>
          <a:xfrm flipV="1">
            <a:off x="3131840" y="5805264"/>
            <a:ext cx="0" cy="2880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3BFF8B11-3404-4630-B427-84B936989326}"/>
              </a:ext>
            </a:extLst>
          </p:cNvPr>
          <p:cNvCxnSpPr>
            <a:stCxn id="6" idx="0"/>
            <a:endCxn id="7" idx="4"/>
          </p:cNvCxnSpPr>
          <p:nvPr/>
        </p:nvCxnSpPr>
        <p:spPr>
          <a:xfrm flipV="1">
            <a:off x="3131840" y="508518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四角形: 1 つの角を切り取り 1 つの角を丸める 15">
            <a:extLst>
              <a:ext uri="{FF2B5EF4-FFF2-40B4-BE49-F238E27FC236}">
                <a16:creationId xmlns:a16="http://schemas.microsoft.com/office/drawing/2014/main" id="{DA66B8AF-4C25-480A-B3CB-9B00048CD57A}"/>
              </a:ext>
            </a:extLst>
          </p:cNvPr>
          <p:cNvSpPr/>
          <p:nvPr/>
        </p:nvSpPr>
        <p:spPr>
          <a:xfrm>
            <a:off x="5004048" y="2860685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9B2FBE0-EF44-4599-95F3-18CBE4400947}"/>
              </a:ext>
            </a:extLst>
          </p:cNvPr>
          <p:cNvSpPr/>
          <p:nvPr/>
        </p:nvSpPr>
        <p:spPr>
          <a:xfrm>
            <a:off x="3563888" y="2852936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09420B2F-28A2-40A5-8DB1-358CE4A1B475}"/>
              </a:ext>
            </a:extLst>
          </p:cNvPr>
          <p:cNvCxnSpPr>
            <a:cxnSpLocks/>
            <a:stCxn id="18" idx="3"/>
            <a:endCxn id="16" idx="2"/>
          </p:cNvCxnSpPr>
          <p:nvPr/>
        </p:nvCxnSpPr>
        <p:spPr>
          <a:xfrm flipV="1">
            <a:off x="4499992" y="3029853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四角形: 1 つの角を切り取り 1 つの角を丸める 19">
            <a:extLst>
              <a:ext uri="{FF2B5EF4-FFF2-40B4-BE49-F238E27FC236}">
                <a16:creationId xmlns:a16="http://schemas.microsoft.com/office/drawing/2014/main" id="{FA04B4C7-EFB2-4151-A7FB-EBCF304F48E1}"/>
              </a:ext>
            </a:extLst>
          </p:cNvPr>
          <p:cNvSpPr/>
          <p:nvPr/>
        </p:nvSpPr>
        <p:spPr>
          <a:xfrm>
            <a:off x="251520" y="2780928"/>
            <a:ext cx="2088232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original_main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楕円 24">
            <a:extLst>
              <a:ext uri="{FF2B5EF4-FFF2-40B4-BE49-F238E27FC236}">
                <a16:creationId xmlns:a16="http://schemas.microsoft.com/office/drawing/2014/main" id="{81682EFB-FCC4-44ED-9608-1360B84C0254}"/>
              </a:ext>
            </a:extLst>
          </p:cNvPr>
          <p:cNvSpPr/>
          <p:nvPr/>
        </p:nvSpPr>
        <p:spPr>
          <a:xfrm>
            <a:off x="4355976" y="3645024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EFDC111-570E-453E-9BBE-AEBAA154B68E}"/>
              </a:ext>
            </a:extLst>
          </p:cNvPr>
          <p:cNvSpPr txBox="1"/>
          <p:nvPr/>
        </p:nvSpPr>
        <p:spPr>
          <a:xfrm>
            <a:off x="4932040" y="36450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DADA6D33-9371-4266-8BCF-2808E87BA4DE}"/>
              </a:ext>
            </a:extLst>
          </p:cNvPr>
          <p:cNvCxnSpPr>
            <a:stCxn id="25" idx="4"/>
            <a:endCxn id="7" idx="0"/>
          </p:cNvCxnSpPr>
          <p:nvPr/>
        </p:nvCxnSpPr>
        <p:spPr>
          <a:xfrm rot="5400000">
            <a:off x="3563888" y="3645024"/>
            <a:ext cx="576064" cy="144016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A5B0332A-926C-4ECB-829D-9C12BFD9BC23}"/>
              </a:ext>
            </a:extLst>
          </p:cNvPr>
          <p:cNvCxnSpPr>
            <a:stCxn id="8" idx="4"/>
            <a:endCxn id="7" idx="0"/>
          </p:cNvCxnSpPr>
          <p:nvPr/>
        </p:nvCxnSpPr>
        <p:spPr>
          <a:xfrm rot="16200000" flipH="1">
            <a:off x="1763688" y="3284984"/>
            <a:ext cx="576064" cy="216024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コネクタ: カギ線 31">
            <a:extLst>
              <a:ext uri="{FF2B5EF4-FFF2-40B4-BE49-F238E27FC236}">
                <a16:creationId xmlns:a16="http://schemas.microsoft.com/office/drawing/2014/main" id="{45BD5821-1840-4900-A346-D4229D7DDBBB}"/>
              </a:ext>
            </a:extLst>
          </p:cNvPr>
          <p:cNvCxnSpPr>
            <a:stCxn id="16" idx="1"/>
            <a:endCxn id="25" idx="0"/>
          </p:cNvCxnSpPr>
          <p:nvPr/>
        </p:nvCxnSpPr>
        <p:spPr>
          <a:xfrm rot="5400000">
            <a:off x="4853055" y="2917966"/>
            <a:ext cx="446003" cy="100811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800DC53-1F66-4633-8590-94B05C4F8CF2}"/>
              </a:ext>
            </a:extLst>
          </p:cNvPr>
          <p:cNvCxnSpPr>
            <a:stCxn id="20" idx="1"/>
            <a:endCxn id="8" idx="0"/>
          </p:cNvCxnSpPr>
          <p:nvPr/>
        </p:nvCxnSpPr>
        <p:spPr>
          <a:xfrm rot="5400000">
            <a:off x="881590" y="3230978"/>
            <a:ext cx="504056" cy="324036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920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AAEE666-DAE0-4E52-A466-A2750D0ADA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1 – Step 5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D1160B3-89CF-44DC-B626-D4A416EE93D3}"/>
              </a:ext>
            </a:extLst>
          </p:cNvPr>
          <p:cNvSpPr txBox="1"/>
          <p:nvPr/>
        </p:nvSpPr>
        <p:spPr>
          <a:xfrm>
            <a:off x="539552" y="2060848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5AE70B5-CE07-42E5-A288-440C6F8C9B43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歴史の確認</a:t>
            </a:r>
            <a:endParaRPr kumimoji="1" lang="ja-JP" altLang="en-US" sz="2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B864B203-E3B7-4914-BE3A-6F483E1D25C0}"/>
              </a:ext>
            </a:extLst>
          </p:cNvPr>
          <p:cNvSpPr/>
          <p:nvPr/>
        </p:nvSpPr>
        <p:spPr>
          <a:xfrm>
            <a:off x="2915816" y="609329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897C82E-D6DA-4D3B-B18B-D39026812DE3}"/>
              </a:ext>
            </a:extLst>
          </p:cNvPr>
          <p:cNvSpPr/>
          <p:nvPr/>
        </p:nvSpPr>
        <p:spPr>
          <a:xfrm>
            <a:off x="2915816" y="537321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B1A3D1AB-C40C-4CDB-ABEE-B43596E8648B}"/>
              </a:ext>
            </a:extLst>
          </p:cNvPr>
          <p:cNvSpPr/>
          <p:nvPr/>
        </p:nvSpPr>
        <p:spPr>
          <a:xfrm>
            <a:off x="2915816" y="465313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FA746F27-9A01-4DD2-8C38-F9EB755BD98E}"/>
              </a:ext>
            </a:extLst>
          </p:cNvPr>
          <p:cNvSpPr/>
          <p:nvPr/>
        </p:nvSpPr>
        <p:spPr>
          <a:xfrm>
            <a:off x="2915816" y="393305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6131A1A-471D-402C-B5B3-6A7DF5F36DDB}"/>
              </a:ext>
            </a:extLst>
          </p:cNvPr>
          <p:cNvSpPr txBox="1"/>
          <p:nvPr/>
        </p:nvSpPr>
        <p:spPr>
          <a:xfrm>
            <a:off x="3707904" y="6165304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BF89E59-78B1-46BF-B95D-FA923F2278ED}"/>
              </a:ext>
            </a:extLst>
          </p:cNvPr>
          <p:cNvSpPr txBox="1"/>
          <p:nvPr/>
        </p:nvSpPr>
        <p:spPr>
          <a:xfrm>
            <a:off x="3707904" y="537321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2E881E4-0F13-4BC6-ABBF-5FD951A15531}"/>
              </a:ext>
            </a:extLst>
          </p:cNvPr>
          <p:cNvSpPr txBox="1"/>
          <p:nvPr/>
        </p:nvSpPr>
        <p:spPr>
          <a:xfrm>
            <a:off x="3707904" y="465313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D47235C-5ED7-4297-BA83-1672C8A09B65}"/>
              </a:ext>
            </a:extLst>
          </p:cNvPr>
          <p:cNvSpPr txBox="1"/>
          <p:nvPr/>
        </p:nvSpPr>
        <p:spPr>
          <a:xfrm>
            <a:off x="3707904" y="393305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  <a:latin typeface="Consolas" panose="020B0609020204030204" pitchFamily="49" charset="0"/>
              </a:rPr>
              <a:t>updates</a:t>
            </a:r>
            <a:r>
              <a:rPr kumimoji="1" lang="en-US" altLang="ja-JP" dirty="0">
                <a:latin typeface="Consolas" panose="020B0609020204030204" pitchFamily="49" charset="0"/>
              </a:rPr>
              <a:t>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CED20EB-DBB5-4B25-BD4C-65336D13BD4D}"/>
              </a:ext>
            </a:extLst>
          </p:cNvPr>
          <p:cNvCxnSpPr>
            <a:cxnSpLocks/>
            <a:stCxn id="5" idx="0"/>
            <a:endCxn id="6" idx="4"/>
          </p:cNvCxnSpPr>
          <p:nvPr/>
        </p:nvCxnSpPr>
        <p:spPr>
          <a:xfrm flipV="1">
            <a:off x="3131840" y="5805264"/>
            <a:ext cx="0" cy="2880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2AAFCC9F-CFF4-4A92-B679-70123DB5966D}"/>
              </a:ext>
            </a:extLst>
          </p:cNvPr>
          <p:cNvCxnSpPr>
            <a:stCxn id="6" idx="0"/>
            <a:endCxn id="7" idx="4"/>
          </p:cNvCxnSpPr>
          <p:nvPr/>
        </p:nvCxnSpPr>
        <p:spPr>
          <a:xfrm flipV="1">
            <a:off x="3131840" y="508518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3EF59A4D-8E4D-46FD-8929-14B1E98C73C1}"/>
              </a:ext>
            </a:extLst>
          </p:cNvPr>
          <p:cNvCxnSpPr>
            <a:cxnSpLocks/>
            <a:stCxn id="7" idx="0"/>
            <a:endCxn id="8" idx="4"/>
          </p:cNvCxnSpPr>
          <p:nvPr/>
        </p:nvCxnSpPr>
        <p:spPr>
          <a:xfrm flipV="1">
            <a:off x="3131840" y="436510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四角形: 1 つの角を切り取り 1 つの角を丸める 15">
            <a:extLst>
              <a:ext uri="{FF2B5EF4-FFF2-40B4-BE49-F238E27FC236}">
                <a16:creationId xmlns:a16="http://schemas.microsoft.com/office/drawing/2014/main" id="{4CFEC91F-4AB2-46BB-A817-14BBE5C5FD80}"/>
              </a:ext>
            </a:extLst>
          </p:cNvPr>
          <p:cNvSpPr/>
          <p:nvPr/>
        </p:nvSpPr>
        <p:spPr>
          <a:xfrm>
            <a:off x="1907704" y="342900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A23B6E1C-18EB-4A4D-984E-F8EDF4C77ADF}"/>
              </a:ext>
            </a:extLst>
          </p:cNvPr>
          <p:cNvCxnSpPr>
            <a:stCxn id="16" idx="1"/>
            <a:endCxn id="8" idx="2"/>
          </p:cNvCxnSpPr>
          <p:nvPr/>
        </p:nvCxnSpPr>
        <p:spPr>
          <a:xfrm rot="16200000" flipH="1">
            <a:off x="2508920" y="3742184"/>
            <a:ext cx="381744" cy="432048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FF9A182-D557-454B-A4E7-C02539709AFB}"/>
              </a:ext>
            </a:extLst>
          </p:cNvPr>
          <p:cNvSpPr/>
          <p:nvPr/>
        </p:nvSpPr>
        <p:spPr>
          <a:xfrm>
            <a:off x="467544" y="3421251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8EF9C37E-6E40-47F2-840C-189EF4CEFAFF}"/>
              </a:ext>
            </a:extLst>
          </p:cNvPr>
          <p:cNvCxnSpPr>
            <a:cxnSpLocks/>
            <a:stCxn id="18" idx="3"/>
            <a:endCxn id="16" idx="2"/>
          </p:cNvCxnSpPr>
          <p:nvPr/>
        </p:nvCxnSpPr>
        <p:spPr>
          <a:xfrm flipV="1">
            <a:off x="1403648" y="3598168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4216185-B08B-46C4-BD73-B28B31C12E01}"/>
              </a:ext>
            </a:extLst>
          </p:cNvPr>
          <p:cNvSpPr txBox="1"/>
          <p:nvPr/>
        </p:nvSpPr>
        <p:spPr>
          <a:xfrm>
            <a:off x="3635896" y="270892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修正されていることを確認</a:t>
            </a:r>
            <a:endParaRPr kumimoji="1" lang="ja-JP" altLang="en-US" dirty="0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1520610A-61CB-4BA6-85F2-716849AD5EDA}"/>
              </a:ext>
            </a:extLst>
          </p:cNvPr>
          <p:cNvCxnSpPr>
            <a:cxnSpLocks/>
          </p:cNvCxnSpPr>
          <p:nvPr/>
        </p:nvCxnSpPr>
        <p:spPr>
          <a:xfrm>
            <a:off x="4283968" y="3140968"/>
            <a:ext cx="0" cy="79208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8188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EA8E3E2-D031-4998-8F7E-2C2F5E376E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1 – Step 6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4995E7A-5855-4430-9A7B-7135929D17D4}"/>
              </a:ext>
            </a:extLst>
          </p:cNvPr>
          <p:cNvSpPr txBox="1"/>
          <p:nvPr/>
        </p:nvSpPr>
        <p:spPr>
          <a:xfrm>
            <a:off x="683568" y="2060848"/>
            <a:ext cx="45576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--all --graph --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1422272-C4C6-4EC9-ADA7-29CF53D7D0B4}"/>
              </a:ext>
            </a:extLst>
          </p:cNvPr>
          <p:cNvSpPr txBox="1"/>
          <p:nvPr/>
        </p:nvSpPr>
        <p:spPr>
          <a:xfrm>
            <a:off x="251520" y="1268760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歴史が分岐したことを確認</a:t>
            </a:r>
            <a:endParaRPr kumimoji="1" lang="ja-JP" altLang="en-US" sz="2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7F178E1-AA20-436C-A16E-23709FA4C6A4}"/>
              </a:ext>
            </a:extLst>
          </p:cNvPr>
          <p:cNvSpPr/>
          <p:nvPr/>
        </p:nvSpPr>
        <p:spPr>
          <a:xfrm>
            <a:off x="2915816" y="609329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DFC9C861-0C55-4AD9-B773-82B17EB9BD2E}"/>
              </a:ext>
            </a:extLst>
          </p:cNvPr>
          <p:cNvSpPr/>
          <p:nvPr/>
        </p:nvSpPr>
        <p:spPr>
          <a:xfrm>
            <a:off x="2915816" y="537321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2A1CF1E-2652-46B0-B859-226A8A760FEC}"/>
              </a:ext>
            </a:extLst>
          </p:cNvPr>
          <p:cNvSpPr/>
          <p:nvPr/>
        </p:nvSpPr>
        <p:spPr>
          <a:xfrm>
            <a:off x="2915816" y="465313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7B03D0A5-0D16-471E-A42B-E8BD69118075}"/>
              </a:ext>
            </a:extLst>
          </p:cNvPr>
          <p:cNvSpPr/>
          <p:nvPr/>
        </p:nvSpPr>
        <p:spPr>
          <a:xfrm>
            <a:off x="755576" y="36450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3441251-E3BD-44E2-AE0D-AA2A1D48FD43}"/>
              </a:ext>
            </a:extLst>
          </p:cNvPr>
          <p:cNvSpPr txBox="1"/>
          <p:nvPr/>
        </p:nvSpPr>
        <p:spPr>
          <a:xfrm>
            <a:off x="3707904" y="6165304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initial commit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0DDAC8F-9D3C-4A4B-8024-25A399BACD21}"/>
              </a:ext>
            </a:extLst>
          </p:cNvPr>
          <p:cNvSpPr txBox="1"/>
          <p:nvPr/>
        </p:nvSpPr>
        <p:spPr>
          <a:xfrm>
            <a:off x="3707904" y="537321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A09B062-F8BC-4307-A4D4-957C956FEB5B}"/>
              </a:ext>
            </a:extLst>
          </p:cNvPr>
          <p:cNvSpPr txBox="1"/>
          <p:nvPr/>
        </p:nvSpPr>
        <p:spPr>
          <a:xfrm>
            <a:off x="3707904" y="4653136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2B663FC-33B0-4628-B9E8-50F09AC603E7}"/>
              </a:ext>
            </a:extLst>
          </p:cNvPr>
          <p:cNvSpPr txBox="1"/>
          <p:nvPr/>
        </p:nvSpPr>
        <p:spPr>
          <a:xfrm>
            <a:off x="1259632" y="36450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rgbClr val="FF0000"/>
                </a:solidFill>
                <a:latin typeface="Consolas" panose="020B0609020204030204" pitchFamily="49" charset="0"/>
              </a:rPr>
              <a:t>updaets</a:t>
            </a:r>
            <a:r>
              <a:rPr kumimoji="1" lang="en-US" altLang="ja-JP" dirty="0">
                <a:latin typeface="Consolas" panose="020B0609020204030204" pitchFamily="49" charset="0"/>
              </a:rPr>
              <a:t>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026C2B42-E686-4A74-8897-C4091CD8FD24}"/>
              </a:ext>
            </a:extLst>
          </p:cNvPr>
          <p:cNvCxnSpPr>
            <a:cxnSpLocks/>
            <a:stCxn id="5" idx="0"/>
            <a:endCxn id="6" idx="4"/>
          </p:cNvCxnSpPr>
          <p:nvPr/>
        </p:nvCxnSpPr>
        <p:spPr>
          <a:xfrm flipV="1">
            <a:off x="3131840" y="5805264"/>
            <a:ext cx="0" cy="2880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2A87B7B9-AE3F-4444-85CF-D4DA371DA783}"/>
              </a:ext>
            </a:extLst>
          </p:cNvPr>
          <p:cNvCxnSpPr>
            <a:stCxn id="6" idx="0"/>
            <a:endCxn id="7" idx="4"/>
          </p:cNvCxnSpPr>
          <p:nvPr/>
        </p:nvCxnSpPr>
        <p:spPr>
          <a:xfrm flipV="1">
            <a:off x="3131840" y="5085184"/>
            <a:ext cx="0" cy="28803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四角形: 1 つの角を切り取り 1 つの角を丸める 14">
            <a:extLst>
              <a:ext uri="{FF2B5EF4-FFF2-40B4-BE49-F238E27FC236}">
                <a16:creationId xmlns:a16="http://schemas.microsoft.com/office/drawing/2014/main" id="{72BAD620-055C-4248-AABF-9433BC72A33F}"/>
              </a:ext>
            </a:extLst>
          </p:cNvPr>
          <p:cNvSpPr/>
          <p:nvPr/>
        </p:nvSpPr>
        <p:spPr>
          <a:xfrm>
            <a:off x="5004048" y="2860685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507F9A3-EAD6-4FAA-AA10-8C3537EC85FC}"/>
              </a:ext>
            </a:extLst>
          </p:cNvPr>
          <p:cNvSpPr/>
          <p:nvPr/>
        </p:nvSpPr>
        <p:spPr>
          <a:xfrm>
            <a:off x="3563888" y="2852936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FC597D6D-0D95-4DCD-A4F1-122A4C2581BB}"/>
              </a:ext>
            </a:extLst>
          </p:cNvPr>
          <p:cNvCxnSpPr>
            <a:cxnSpLocks/>
            <a:stCxn id="16" idx="3"/>
            <a:endCxn id="15" idx="2"/>
          </p:cNvCxnSpPr>
          <p:nvPr/>
        </p:nvCxnSpPr>
        <p:spPr>
          <a:xfrm flipV="1">
            <a:off x="4499992" y="3029853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四角形: 1 つの角を切り取り 1 つの角を丸める 17">
            <a:extLst>
              <a:ext uri="{FF2B5EF4-FFF2-40B4-BE49-F238E27FC236}">
                <a16:creationId xmlns:a16="http://schemas.microsoft.com/office/drawing/2014/main" id="{17E9A670-CA3C-434E-B219-714558EA6123}"/>
              </a:ext>
            </a:extLst>
          </p:cNvPr>
          <p:cNvSpPr/>
          <p:nvPr/>
        </p:nvSpPr>
        <p:spPr>
          <a:xfrm>
            <a:off x="251520" y="2780928"/>
            <a:ext cx="2088232" cy="360040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original_main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6F51AA99-3119-4596-9BAF-05EECC9C84E0}"/>
              </a:ext>
            </a:extLst>
          </p:cNvPr>
          <p:cNvSpPr/>
          <p:nvPr/>
        </p:nvSpPr>
        <p:spPr>
          <a:xfrm>
            <a:off x="4355976" y="3645024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337C8E6-2482-4124-BE1B-FEEE5A15AF44}"/>
              </a:ext>
            </a:extLst>
          </p:cNvPr>
          <p:cNvSpPr txBox="1"/>
          <p:nvPr/>
        </p:nvSpPr>
        <p:spPr>
          <a:xfrm>
            <a:off x="4932040" y="36450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updates README.md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1" name="コネクタ: カギ線 20">
            <a:extLst>
              <a:ext uri="{FF2B5EF4-FFF2-40B4-BE49-F238E27FC236}">
                <a16:creationId xmlns:a16="http://schemas.microsoft.com/office/drawing/2014/main" id="{38B4D30A-484A-45CC-B49A-92567ED9717A}"/>
              </a:ext>
            </a:extLst>
          </p:cNvPr>
          <p:cNvCxnSpPr>
            <a:stCxn id="19" idx="4"/>
            <a:endCxn id="7" idx="0"/>
          </p:cNvCxnSpPr>
          <p:nvPr/>
        </p:nvCxnSpPr>
        <p:spPr>
          <a:xfrm rot="5400000">
            <a:off x="3563888" y="3645024"/>
            <a:ext cx="576064" cy="144016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09CC3B2E-A891-41CB-8984-6646072D3E71}"/>
              </a:ext>
            </a:extLst>
          </p:cNvPr>
          <p:cNvCxnSpPr>
            <a:stCxn id="8" idx="4"/>
            <a:endCxn id="7" idx="0"/>
          </p:cNvCxnSpPr>
          <p:nvPr/>
        </p:nvCxnSpPr>
        <p:spPr>
          <a:xfrm rot="16200000" flipH="1">
            <a:off x="1763688" y="3284984"/>
            <a:ext cx="576064" cy="216024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26DF7DDA-28B1-491A-92CD-56C47D3A8978}"/>
              </a:ext>
            </a:extLst>
          </p:cNvPr>
          <p:cNvCxnSpPr>
            <a:stCxn id="15" idx="1"/>
            <a:endCxn id="19" idx="0"/>
          </p:cNvCxnSpPr>
          <p:nvPr/>
        </p:nvCxnSpPr>
        <p:spPr>
          <a:xfrm rot="5400000">
            <a:off x="4853055" y="2917966"/>
            <a:ext cx="446003" cy="100811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コネクタ: カギ線 23">
            <a:extLst>
              <a:ext uri="{FF2B5EF4-FFF2-40B4-BE49-F238E27FC236}">
                <a16:creationId xmlns:a16="http://schemas.microsoft.com/office/drawing/2014/main" id="{0BC14ADE-4802-4D32-9A89-582307FCA511}"/>
              </a:ext>
            </a:extLst>
          </p:cNvPr>
          <p:cNvCxnSpPr>
            <a:stCxn id="18" idx="1"/>
            <a:endCxn id="8" idx="0"/>
          </p:cNvCxnSpPr>
          <p:nvPr/>
        </p:nvCxnSpPr>
        <p:spPr>
          <a:xfrm rot="5400000">
            <a:off x="881590" y="3230978"/>
            <a:ext cx="504056" cy="324036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70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91676CC-98BD-4805-820A-921A111582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2</a:t>
            </a:r>
            <a:r>
              <a:rPr kumimoji="1" lang="en-US" altLang="ja-JP" dirty="0"/>
              <a:t> – Step 1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6DD7030-525E-4791-8039-87B38232F08A}"/>
              </a:ext>
            </a:extLst>
          </p:cNvPr>
          <p:cNvSpPr txBox="1"/>
          <p:nvPr/>
        </p:nvSpPr>
        <p:spPr>
          <a:xfrm>
            <a:off x="179512" y="980728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リポジトリのクローン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B4BAFB-ECF1-4C6F-8091-0BB2C4C1244A}"/>
              </a:ext>
            </a:extLst>
          </p:cNvPr>
          <p:cNvSpPr txBox="1"/>
          <p:nvPr/>
        </p:nvSpPr>
        <p:spPr>
          <a:xfrm>
            <a:off x="755576" y="1556792"/>
            <a:ext cx="752962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cd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</a:t>
            </a:r>
            <a:r>
              <a:rPr lang="en-US" altLang="ja-JP" dirty="0" err="1">
                <a:latin typeface="Consolas" panose="020B0609020204030204" pitchFamily="49" charset="0"/>
              </a:rPr>
              <a:t>github</a:t>
            </a:r>
            <a:endParaRPr lang="en-US" altLang="ja-JP" dirty="0">
              <a:latin typeface="Consolas" panose="020B0609020204030204" pitchFamily="49" charset="0"/>
            </a:endParaRPr>
          </a:p>
          <a:p>
            <a:r>
              <a:rPr lang="en-US" altLang="ja-JP" dirty="0">
                <a:latin typeface="Consolas" panose="020B0609020204030204" pitchFamily="49" charset="0"/>
              </a:rPr>
              <a:t>git clone https://</a:t>
            </a:r>
            <a:r>
              <a:rPr lang="en-US" altLang="ja-JP" dirty="0" err="1">
                <a:latin typeface="Consolas" panose="020B0609020204030204" pitchFamily="49" charset="0"/>
              </a:rPr>
              <a:t>github.com</a:t>
            </a:r>
            <a:r>
              <a:rPr lang="en-US" altLang="ja-JP" dirty="0">
                <a:latin typeface="Consolas" panose="020B0609020204030204" pitchFamily="49" charset="0"/>
              </a:rPr>
              <a:t>/cpss2026-git/merge-sample.git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merge-sample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F4B5B0CD-852B-43D7-B1B2-B76F63C819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フォルダのイラスト">
            <a:extLst>
              <a:ext uri="{FF2B5EF4-FFF2-40B4-BE49-F238E27FC236}">
                <a16:creationId xmlns:a16="http://schemas.microsoft.com/office/drawing/2014/main" id="{9BD54099-D6E8-4A9E-9419-FDA13335E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8ED54B-278B-4E60-B4C8-9107C55F6921}"/>
              </a:ext>
            </a:extLst>
          </p:cNvPr>
          <p:cNvSpPr txBox="1"/>
          <p:nvPr/>
        </p:nvSpPr>
        <p:spPr>
          <a:xfrm>
            <a:off x="2915816" y="436510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8" name="Picture 2" descr="家のイラスト7">
            <a:extLst>
              <a:ext uri="{FF2B5EF4-FFF2-40B4-BE49-F238E27FC236}">
                <a16:creationId xmlns:a16="http://schemas.microsoft.com/office/drawing/2014/main" id="{A5743D34-BA18-4FBF-852A-2081C5094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4005064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BEE09AA-73A7-4DEB-864F-EE73593751A3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2465766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2" descr="フォルダのイラスト">
            <a:extLst>
              <a:ext uri="{FF2B5EF4-FFF2-40B4-BE49-F238E27FC236}">
                <a16:creationId xmlns:a16="http://schemas.microsoft.com/office/drawing/2014/main" id="{6BEE7005-93C1-415C-8BF3-D83AD8F58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0BF7FCD4-A6FC-409F-B9AA-AA0D729E5C3C}"/>
              </a:ext>
            </a:extLst>
          </p:cNvPr>
          <p:cNvCxnSpPr>
            <a:endCxn id="10" idx="1"/>
          </p:cNvCxnSpPr>
          <p:nvPr/>
        </p:nvCxnSpPr>
        <p:spPr>
          <a:xfrm>
            <a:off x="3689902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EA50C12-5B2C-4A77-A239-6049ADFC9A07}"/>
              </a:ext>
            </a:extLst>
          </p:cNvPr>
          <p:cNvSpPr txBox="1"/>
          <p:nvPr/>
        </p:nvSpPr>
        <p:spPr>
          <a:xfrm>
            <a:off x="3779912" y="4365104"/>
            <a:ext cx="165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merge-sample</a:t>
            </a:r>
            <a:endParaRPr kumimoji="1" lang="ja-JP" altLang="en-US" dirty="0"/>
          </a:p>
        </p:txBody>
      </p:sp>
      <p:pic>
        <p:nvPicPr>
          <p:cNvPr id="13" name="Picture 4">
            <a:extLst>
              <a:ext uri="{FF2B5EF4-FFF2-40B4-BE49-F238E27FC236}">
                <a16:creationId xmlns:a16="http://schemas.microsoft.com/office/drawing/2014/main" id="{F7097AA8-304B-4A9F-9941-337E8DEEB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4005064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手を上げている男の子のイラスト">
            <a:extLst>
              <a:ext uri="{FF2B5EF4-FFF2-40B4-BE49-F238E27FC236}">
                <a16:creationId xmlns:a16="http://schemas.microsoft.com/office/drawing/2014/main" id="{6DC7AC9C-09C8-4DDA-AF78-1D6804BF7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3284984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3E2EF8D-4587-44F0-AFA3-3E26E4C1B6F8}"/>
              </a:ext>
            </a:extLst>
          </p:cNvPr>
          <p:cNvSpPr txBox="1"/>
          <p:nvPr/>
        </p:nvSpPr>
        <p:spPr>
          <a:xfrm>
            <a:off x="4860032" y="3284984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ここがカレントディレクトリに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0872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D74071C-98F5-4444-81CB-30A505FC18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2</a:t>
            </a:r>
            <a:r>
              <a:rPr kumimoji="1" lang="en-US" altLang="ja-JP" dirty="0"/>
              <a:t> – Step 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C4D6CC-7698-47BD-A2DB-05B68737369A}"/>
              </a:ext>
            </a:extLst>
          </p:cNvPr>
          <p:cNvSpPr txBox="1"/>
          <p:nvPr/>
        </p:nvSpPr>
        <p:spPr>
          <a:xfrm>
            <a:off x="35496" y="3238128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ブランチの作成</a:t>
            </a:r>
            <a:endParaRPr lang="en-US" altLang="ja-JP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8A5DDDE-4703-4423-8587-DAD221A30B59}"/>
              </a:ext>
            </a:extLst>
          </p:cNvPr>
          <p:cNvSpPr txBox="1"/>
          <p:nvPr/>
        </p:nvSpPr>
        <p:spPr>
          <a:xfrm>
            <a:off x="611560" y="3814192"/>
            <a:ext cx="385714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branch knock origin/knock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DB684162-DFEC-4CB9-8583-B44D3F34227C}"/>
              </a:ext>
            </a:extLst>
          </p:cNvPr>
          <p:cNvSpPr/>
          <p:nvPr/>
        </p:nvSpPr>
        <p:spPr>
          <a:xfrm>
            <a:off x="3635896" y="5254352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FE9F4B3A-800B-4DB6-A388-FBFF71C15E50}"/>
              </a:ext>
            </a:extLst>
          </p:cNvPr>
          <p:cNvSpPr/>
          <p:nvPr/>
        </p:nvSpPr>
        <p:spPr>
          <a:xfrm>
            <a:off x="5076056" y="5254352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E30B35E9-9099-4958-A13E-B4420D161BD9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4067944" y="5470376"/>
            <a:ext cx="1008112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四角形: 1 つの角を切り取り 1 つの角を丸める 10">
            <a:extLst>
              <a:ext uri="{FF2B5EF4-FFF2-40B4-BE49-F238E27FC236}">
                <a16:creationId xmlns:a16="http://schemas.microsoft.com/office/drawing/2014/main" id="{5E24A3DF-70DB-4D5B-9E77-6E8866B3B153}"/>
              </a:ext>
            </a:extLst>
          </p:cNvPr>
          <p:cNvSpPr/>
          <p:nvPr/>
        </p:nvSpPr>
        <p:spPr>
          <a:xfrm>
            <a:off x="4716015" y="4483969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23BAAD0-A614-4779-8E3D-AB56DB55ECC1}"/>
              </a:ext>
            </a:extLst>
          </p:cNvPr>
          <p:cNvSpPr/>
          <p:nvPr/>
        </p:nvSpPr>
        <p:spPr>
          <a:xfrm>
            <a:off x="3275855" y="4476220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66E362F7-D3F0-4520-B7EC-A8B421EC5080}"/>
              </a:ext>
            </a:extLst>
          </p:cNvPr>
          <p:cNvCxnSpPr>
            <a:cxnSpLocks/>
            <a:stCxn id="12" idx="3"/>
            <a:endCxn id="11" idx="2"/>
          </p:cNvCxnSpPr>
          <p:nvPr/>
        </p:nvCxnSpPr>
        <p:spPr>
          <a:xfrm flipV="1">
            <a:off x="4211959" y="4653137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楕円 16">
            <a:extLst>
              <a:ext uri="{FF2B5EF4-FFF2-40B4-BE49-F238E27FC236}">
                <a16:creationId xmlns:a16="http://schemas.microsoft.com/office/drawing/2014/main" id="{10F00BF2-07BE-42E6-AB7A-35E0C088A27D}"/>
              </a:ext>
            </a:extLst>
          </p:cNvPr>
          <p:cNvSpPr/>
          <p:nvPr/>
        </p:nvSpPr>
        <p:spPr>
          <a:xfrm>
            <a:off x="5076056" y="5974432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C3C6A1C2-18AF-4782-B2A9-FFB00C1255F4}"/>
              </a:ext>
            </a:extLst>
          </p:cNvPr>
          <p:cNvCxnSpPr>
            <a:stCxn id="7" idx="5"/>
            <a:endCxn id="17" idx="1"/>
          </p:cNvCxnSpPr>
          <p:nvPr/>
        </p:nvCxnSpPr>
        <p:spPr>
          <a:xfrm>
            <a:off x="4004672" y="5623128"/>
            <a:ext cx="1134656" cy="41457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21CDB0E-391B-4550-9B16-AA1099F064A0}"/>
              </a:ext>
            </a:extLst>
          </p:cNvPr>
          <p:cNvCxnSpPr>
            <a:stCxn id="11" idx="1"/>
            <a:endCxn id="8" idx="0"/>
          </p:cNvCxnSpPr>
          <p:nvPr/>
        </p:nvCxnSpPr>
        <p:spPr>
          <a:xfrm>
            <a:off x="5292079" y="4822305"/>
            <a:ext cx="1" cy="43204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四角形: 1 つの角を切り取り 1 つの角を丸める 21">
            <a:extLst>
              <a:ext uri="{FF2B5EF4-FFF2-40B4-BE49-F238E27FC236}">
                <a16:creationId xmlns:a16="http://schemas.microsoft.com/office/drawing/2014/main" id="{10AD58F3-2534-4204-8069-DB3EE2D0092B}"/>
              </a:ext>
            </a:extLst>
          </p:cNvPr>
          <p:cNvSpPr/>
          <p:nvPr/>
        </p:nvSpPr>
        <p:spPr>
          <a:xfrm>
            <a:off x="6084168" y="551723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3BDC9F7-03D1-4353-AE23-46850B995D6C}"/>
              </a:ext>
            </a:extLst>
          </p:cNvPr>
          <p:cNvSpPr txBox="1"/>
          <p:nvPr/>
        </p:nvSpPr>
        <p:spPr>
          <a:xfrm>
            <a:off x="35496" y="980728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ブランチの確認</a:t>
            </a:r>
            <a:endParaRPr lang="en-US" altLang="ja-JP" sz="2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DFF005BE-F290-429C-ADCC-1B4709166ACB}"/>
              </a:ext>
            </a:extLst>
          </p:cNvPr>
          <p:cNvSpPr txBox="1"/>
          <p:nvPr/>
        </p:nvSpPr>
        <p:spPr>
          <a:xfrm>
            <a:off x="611560" y="1556792"/>
            <a:ext cx="208422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branch -</a:t>
            </a:r>
            <a:r>
              <a:rPr lang="en-US" altLang="ja-JP" dirty="0" err="1">
                <a:latin typeface="Consolas" panose="020B0609020204030204" pitchFamily="49" charset="0"/>
              </a:rPr>
              <a:t>vva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0" name="楕円 29">
            <a:extLst>
              <a:ext uri="{FF2B5EF4-FFF2-40B4-BE49-F238E27FC236}">
                <a16:creationId xmlns:a16="http://schemas.microsoft.com/office/drawing/2014/main" id="{AE78C7F7-0785-4E68-B6FD-B2E114040AFD}"/>
              </a:ext>
            </a:extLst>
          </p:cNvPr>
          <p:cNvSpPr/>
          <p:nvPr/>
        </p:nvSpPr>
        <p:spPr>
          <a:xfrm>
            <a:off x="3635896" y="206084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1A794ED4-64D8-4D5F-952D-94A380F3C8CF}"/>
              </a:ext>
            </a:extLst>
          </p:cNvPr>
          <p:cNvSpPr/>
          <p:nvPr/>
        </p:nvSpPr>
        <p:spPr>
          <a:xfrm>
            <a:off x="5076056" y="206084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95F1B052-189F-4EB7-8E75-6CBB9A1C1DA8}"/>
              </a:ext>
            </a:extLst>
          </p:cNvPr>
          <p:cNvCxnSpPr>
            <a:stCxn id="30" idx="6"/>
            <a:endCxn id="31" idx="2"/>
          </p:cNvCxnSpPr>
          <p:nvPr/>
        </p:nvCxnSpPr>
        <p:spPr>
          <a:xfrm>
            <a:off x="4067944" y="2276872"/>
            <a:ext cx="1008112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四角形: 1 つの角を切り取り 1 つの角を丸める 32">
            <a:extLst>
              <a:ext uri="{FF2B5EF4-FFF2-40B4-BE49-F238E27FC236}">
                <a16:creationId xmlns:a16="http://schemas.microsoft.com/office/drawing/2014/main" id="{74BCEA71-901B-4895-9ED7-6A86CB2D928A}"/>
              </a:ext>
            </a:extLst>
          </p:cNvPr>
          <p:cNvSpPr/>
          <p:nvPr/>
        </p:nvSpPr>
        <p:spPr>
          <a:xfrm>
            <a:off x="4716015" y="1290465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115C16B6-0787-458A-B1EA-9DCFB066E8F0}"/>
              </a:ext>
            </a:extLst>
          </p:cNvPr>
          <p:cNvSpPr/>
          <p:nvPr/>
        </p:nvSpPr>
        <p:spPr>
          <a:xfrm>
            <a:off x="3275855" y="1282716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930770D-416B-48C0-857A-8B384A83ABA1}"/>
              </a:ext>
            </a:extLst>
          </p:cNvPr>
          <p:cNvCxnSpPr>
            <a:cxnSpLocks/>
            <a:stCxn id="34" idx="3"/>
            <a:endCxn id="33" idx="2"/>
          </p:cNvCxnSpPr>
          <p:nvPr/>
        </p:nvCxnSpPr>
        <p:spPr>
          <a:xfrm flipV="1">
            <a:off x="4211959" y="1459633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楕円 35">
            <a:extLst>
              <a:ext uri="{FF2B5EF4-FFF2-40B4-BE49-F238E27FC236}">
                <a16:creationId xmlns:a16="http://schemas.microsoft.com/office/drawing/2014/main" id="{83AAB9F6-2FA7-44E3-A957-130FB1E4FE0D}"/>
              </a:ext>
            </a:extLst>
          </p:cNvPr>
          <p:cNvSpPr/>
          <p:nvPr/>
        </p:nvSpPr>
        <p:spPr>
          <a:xfrm>
            <a:off x="5076056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71BEE2AF-0C69-4140-9E61-7C35A8F13723}"/>
              </a:ext>
            </a:extLst>
          </p:cNvPr>
          <p:cNvCxnSpPr>
            <a:stCxn id="30" idx="5"/>
            <a:endCxn id="36" idx="1"/>
          </p:cNvCxnSpPr>
          <p:nvPr/>
        </p:nvCxnSpPr>
        <p:spPr>
          <a:xfrm>
            <a:off x="4004672" y="2429624"/>
            <a:ext cx="1134656" cy="41457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A28E864B-8141-4D50-938F-307CE490E10D}"/>
              </a:ext>
            </a:extLst>
          </p:cNvPr>
          <p:cNvCxnSpPr>
            <a:stCxn id="33" idx="1"/>
            <a:endCxn id="31" idx="0"/>
          </p:cNvCxnSpPr>
          <p:nvPr/>
        </p:nvCxnSpPr>
        <p:spPr>
          <a:xfrm>
            <a:off x="5292079" y="1628801"/>
            <a:ext cx="1" cy="43204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四角形: 1 つの角を切り取り 1 つの角を丸める 38">
            <a:extLst>
              <a:ext uri="{FF2B5EF4-FFF2-40B4-BE49-F238E27FC236}">
                <a16:creationId xmlns:a16="http://schemas.microsoft.com/office/drawing/2014/main" id="{8B82DF5F-A7ED-4DC9-9BCC-748CA3981603}"/>
              </a:ext>
            </a:extLst>
          </p:cNvPr>
          <p:cNvSpPr/>
          <p:nvPr/>
        </p:nvSpPr>
        <p:spPr>
          <a:xfrm>
            <a:off x="6084168" y="2852936"/>
            <a:ext cx="2088232" cy="288032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0E65661F-693F-4DAB-B35D-99F394E4450E}"/>
              </a:ext>
            </a:extLst>
          </p:cNvPr>
          <p:cNvCxnSpPr>
            <a:stCxn id="39" idx="2"/>
            <a:endCxn id="36" idx="6"/>
          </p:cNvCxnSpPr>
          <p:nvPr/>
        </p:nvCxnSpPr>
        <p:spPr>
          <a:xfrm flipH="1">
            <a:off x="5508104" y="2996952"/>
            <a:ext cx="576064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四角形: 1 つの角を切り取り 1 つの角を丸める 42">
            <a:extLst>
              <a:ext uri="{FF2B5EF4-FFF2-40B4-BE49-F238E27FC236}">
                <a16:creationId xmlns:a16="http://schemas.microsoft.com/office/drawing/2014/main" id="{9921FB4A-4C97-4B7D-A8DF-923BDE3EBA60}"/>
              </a:ext>
            </a:extLst>
          </p:cNvPr>
          <p:cNvSpPr/>
          <p:nvPr/>
        </p:nvSpPr>
        <p:spPr>
          <a:xfrm>
            <a:off x="6084168" y="6309320"/>
            <a:ext cx="2088232" cy="288032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46" name="コネクタ: カギ線 45">
            <a:extLst>
              <a:ext uri="{FF2B5EF4-FFF2-40B4-BE49-F238E27FC236}">
                <a16:creationId xmlns:a16="http://schemas.microsoft.com/office/drawing/2014/main" id="{4E249C58-B07F-4784-B56F-E102E49D9568}"/>
              </a:ext>
            </a:extLst>
          </p:cNvPr>
          <p:cNvCxnSpPr>
            <a:stCxn id="22" idx="2"/>
            <a:endCxn id="17" idx="6"/>
          </p:cNvCxnSpPr>
          <p:nvPr/>
        </p:nvCxnSpPr>
        <p:spPr>
          <a:xfrm rot="10800000" flipV="1">
            <a:off x="5508104" y="5686400"/>
            <a:ext cx="576064" cy="504056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125ECD87-2EE1-459F-9A81-CF91C2A306C2}"/>
              </a:ext>
            </a:extLst>
          </p:cNvPr>
          <p:cNvCxnSpPr>
            <a:stCxn id="43" idx="2"/>
            <a:endCxn id="17" idx="6"/>
          </p:cNvCxnSpPr>
          <p:nvPr/>
        </p:nvCxnSpPr>
        <p:spPr>
          <a:xfrm rot="10800000">
            <a:off x="5508104" y="6190456"/>
            <a:ext cx="576064" cy="26288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EB4FC0F4-D599-4159-82DD-905CBB484990}"/>
              </a:ext>
            </a:extLst>
          </p:cNvPr>
          <p:cNvSpPr txBox="1"/>
          <p:nvPr/>
        </p:nvSpPr>
        <p:spPr>
          <a:xfrm>
            <a:off x="4788024" y="3645024"/>
            <a:ext cx="32624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origin/knock</a:t>
            </a:r>
            <a:r>
              <a:rPr kumimoji="1" lang="ja-JP" altLang="en-US" dirty="0"/>
              <a:t>の指すコミットに</a:t>
            </a:r>
            <a:endParaRPr kumimoji="1" lang="en-US" altLang="ja-JP" dirty="0"/>
          </a:p>
          <a:p>
            <a:r>
              <a:rPr lang="en-US" altLang="ja-JP" dirty="0"/>
              <a:t>knock</a:t>
            </a:r>
            <a:r>
              <a:rPr lang="ja-JP" altLang="en-US" dirty="0"/>
              <a:t>ブランチを作成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528754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9FCD700-2CFA-4AA5-AE8F-A97AD6D893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2</a:t>
            </a:r>
            <a:r>
              <a:rPr kumimoji="1" lang="en-US" altLang="ja-JP" dirty="0"/>
              <a:t> – Step 3</a:t>
            </a:r>
            <a:endParaRPr kumimoji="1" lang="ja-JP" altLang="en-US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78B171F3-DCCA-4F15-AB19-E729217E3DC6}"/>
              </a:ext>
            </a:extLst>
          </p:cNvPr>
          <p:cNvSpPr txBox="1"/>
          <p:nvPr/>
        </p:nvSpPr>
        <p:spPr>
          <a:xfrm>
            <a:off x="467544" y="1124744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差分確認</a:t>
            </a:r>
            <a:endParaRPr lang="en-US" altLang="ja-JP" sz="2400" dirty="0"/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CF623714-6705-4B67-B415-FFBB4308DDB6}"/>
              </a:ext>
            </a:extLst>
          </p:cNvPr>
          <p:cNvSpPr/>
          <p:nvPr/>
        </p:nvSpPr>
        <p:spPr>
          <a:xfrm>
            <a:off x="4139952" y="198884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70A37378-4788-4908-B8BB-F5DF3C3F9FF0}"/>
              </a:ext>
            </a:extLst>
          </p:cNvPr>
          <p:cNvSpPr/>
          <p:nvPr/>
        </p:nvSpPr>
        <p:spPr>
          <a:xfrm>
            <a:off x="2699792" y="342900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69F799A5-E794-4D5E-947D-420D09F0FFE0}"/>
              </a:ext>
            </a:extLst>
          </p:cNvPr>
          <p:cNvSpPr/>
          <p:nvPr/>
        </p:nvSpPr>
        <p:spPr>
          <a:xfrm>
            <a:off x="5580112" y="342900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1" name="Picture 2" descr="フォルダのイラスト">
            <a:extLst>
              <a:ext uri="{FF2B5EF4-FFF2-40B4-BE49-F238E27FC236}">
                <a16:creationId xmlns:a16="http://schemas.microsoft.com/office/drawing/2014/main" id="{36C97E32-8D65-43D1-9D5B-A1E415A6C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429309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>
            <a:extLst>
              <a:ext uri="{FF2B5EF4-FFF2-40B4-BE49-F238E27FC236}">
                <a16:creationId xmlns:a16="http://schemas.microsoft.com/office/drawing/2014/main" id="{40AE7786-A93A-4A1E-9555-7D38739295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4437112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2" descr="ファイルアイコン（テキスト）">
            <a:extLst>
              <a:ext uri="{FF2B5EF4-FFF2-40B4-BE49-F238E27FC236}">
                <a16:creationId xmlns:a16="http://schemas.microsoft.com/office/drawing/2014/main" id="{12C89DE3-FE8B-4F56-85B3-04E8AF9ABF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425" y="5085184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DA9794D8-35B0-437C-81D9-F35260FFF282}"/>
              </a:ext>
            </a:extLst>
          </p:cNvPr>
          <p:cNvCxnSpPr>
            <a:stCxn id="51" idx="2"/>
            <a:endCxn id="54" idx="0"/>
          </p:cNvCxnSpPr>
          <p:nvPr/>
        </p:nvCxnSpPr>
        <p:spPr>
          <a:xfrm>
            <a:off x="1970711" y="4881086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2" descr="ファイルアイコン（テキスト）">
            <a:extLst>
              <a:ext uri="{FF2B5EF4-FFF2-40B4-BE49-F238E27FC236}">
                <a16:creationId xmlns:a16="http://schemas.microsoft.com/office/drawing/2014/main" id="{A255BD52-4D18-45EE-9FDB-71BE3A0703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5085184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0E144B79-DA86-4266-BB1A-5EE58890D026}"/>
              </a:ext>
            </a:extLst>
          </p:cNvPr>
          <p:cNvCxnSpPr>
            <a:stCxn id="51" idx="2"/>
            <a:endCxn id="58" idx="0"/>
          </p:cNvCxnSpPr>
          <p:nvPr/>
        </p:nvCxnSpPr>
        <p:spPr>
          <a:xfrm rot="16200000" flipH="1">
            <a:off x="2210253" y="4641544"/>
            <a:ext cx="204098" cy="68318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コネクタ: カギ線 65">
            <a:extLst>
              <a:ext uri="{FF2B5EF4-FFF2-40B4-BE49-F238E27FC236}">
                <a16:creationId xmlns:a16="http://schemas.microsoft.com/office/drawing/2014/main" id="{41595D82-0649-43F2-841B-4A8128AF0B05}"/>
              </a:ext>
            </a:extLst>
          </p:cNvPr>
          <p:cNvCxnSpPr>
            <a:stCxn id="51" idx="2"/>
          </p:cNvCxnSpPr>
          <p:nvPr/>
        </p:nvCxnSpPr>
        <p:spPr>
          <a:xfrm rot="16200000" flipH="1">
            <a:off x="2534289" y="4317508"/>
            <a:ext cx="204098" cy="133125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四角形: 角を丸くする 66">
            <a:extLst>
              <a:ext uri="{FF2B5EF4-FFF2-40B4-BE49-F238E27FC236}">
                <a16:creationId xmlns:a16="http://schemas.microsoft.com/office/drawing/2014/main" id="{C290D9D0-3DD0-4D8A-93AA-021928521B4E}"/>
              </a:ext>
            </a:extLst>
          </p:cNvPr>
          <p:cNvSpPr/>
          <p:nvPr/>
        </p:nvSpPr>
        <p:spPr>
          <a:xfrm>
            <a:off x="1115616" y="4149080"/>
            <a:ext cx="3024336" cy="180020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8" name="Picture 2" descr="フォルダのイラスト">
            <a:extLst>
              <a:ext uri="{FF2B5EF4-FFF2-40B4-BE49-F238E27FC236}">
                <a16:creationId xmlns:a16="http://schemas.microsoft.com/office/drawing/2014/main" id="{23D3B546-9980-41C8-9C16-63A13A5152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4293096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>
            <a:extLst>
              <a:ext uri="{FF2B5EF4-FFF2-40B4-BE49-F238E27FC236}">
                <a16:creationId xmlns:a16="http://schemas.microsoft.com/office/drawing/2014/main" id="{FA0EE528-20A8-49D0-98D4-3F8661D2C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4437112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2" descr="ファイルアイコン（テキスト）">
            <a:extLst>
              <a:ext uri="{FF2B5EF4-FFF2-40B4-BE49-F238E27FC236}">
                <a16:creationId xmlns:a16="http://schemas.microsoft.com/office/drawing/2014/main" id="{B4F865E6-3F50-4E44-8257-5F9F3B1F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4841" y="5085184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1" name="直線コネクタ 70">
            <a:extLst>
              <a:ext uri="{FF2B5EF4-FFF2-40B4-BE49-F238E27FC236}">
                <a16:creationId xmlns:a16="http://schemas.microsoft.com/office/drawing/2014/main" id="{CD38F91E-B2D5-40E0-8E2A-5D329478EFEE}"/>
              </a:ext>
            </a:extLst>
          </p:cNvPr>
          <p:cNvCxnSpPr>
            <a:stCxn id="68" idx="2"/>
            <a:endCxn id="70" idx="0"/>
          </p:cNvCxnSpPr>
          <p:nvPr/>
        </p:nvCxnSpPr>
        <p:spPr>
          <a:xfrm>
            <a:off x="5715127" y="4881086"/>
            <a:ext cx="1847" cy="20409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2" descr="ファイルアイコン（テキスト）">
            <a:extLst>
              <a:ext uri="{FF2B5EF4-FFF2-40B4-BE49-F238E27FC236}">
                <a16:creationId xmlns:a16="http://schemas.microsoft.com/office/drawing/2014/main" id="{87DEE6B7-95C0-4771-B0E9-570EE2730A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5085184"/>
            <a:ext cx="484265" cy="562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3" name="コネクタ: カギ線 72">
            <a:extLst>
              <a:ext uri="{FF2B5EF4-FFF2-40B4-BE49-F238E27FC236}">
                <a16:creationId xmlns:a16="http://schemas.microsoft.com/office/drawing/2014/main" id="{8A468060-CA11-4ACF-9749-027A6EEDEFF7}"/>
              </a:ext>
            </a:extLst>
          </p:cNvPr>
          <p:cNvCxnSpPr>
            <a:stCxn id="68" idx="2"/>
            <a:endCxn id="72" idx="0"/>
          </p:cNvCxnSpPr>
          <p:nvPr/>
        </p:nvCxnSpPr>
        <p:spPr>
          <a:xfrm rot="16200000" flipH="1">
            <a:off x="5954669" y="4641544"/>
            <a:ext cx="204098" cy="68318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コネクタ: カギ線 73">
            <a:extLst>
              <a:ext uri="{FF2B5EF4-FFF2-40B4-BE49-F238E27FC236}">
                <a16:creationId xmlns:a16="http://schemas.microsoft.com/office/drawing/2014/main" id="{D4535D0C-A168-4BCE-A2FE-5BEFF5F2C686}"/>
              </a:ext>
            </a:extLst>
          </p:cNvPr>
          <p:cNvCxnSpPr>
            <a:stCxn id="68" idx="2"/>
          </p:cNvCxnSpPr>
          <p:nvPr/>
        </p:nvCxnSpPr>
        <p:spPr>
          <a:xfrm rot="16200000" flipH="1">
            <a:off x="6278705" y="4317508"/>
            <a:ext cx="204098" cy="133125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四角形: 角を丸くする 74">
            <a:extLst>
              <a:ext uri="{FF2B5EF4-FFF2-40B4-BE49-F238E27FC236}">
                <a16:creationId xmlns:a16="http://schemas.microsoft.com/office/drawing/2014/main" id="{666FFDE1-65ED-46A3-B1ED-45B158F80326}"/>
              </a:ext>
            </a:extLst>
          </p:cNvPr>
          <p:cNvSpPr/>
          <p:nvPr/>
        </p:nvSpPr>
        <p:spPr>
          <a:xfrm>
            <a:off x="4860032" y="4149080"/>
            <a:ext cx="3024336" cy="180020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C4210C37-AB7B-4CA8-8A2D-E37CDA438C1C}"/>
              </a:ext>
            </a:extLst>
          </p:cNvPr>
          <p:cNvGrpSpPr/>
          <p:nvPr/>
        </p:nvGrpSpPr>
        <p:grpSpPr>
          <a:xfrm>
            <a:off x="6876256" y="5085184"/>
            <a:ext cx="360040" cy="504056"/>
            <a:chOff x="6012160" y="533182"/>
            <a:chExt cx="2160240" cy="3255858"/>
          </a:xfrm>
        </p:grpSpPr>
        <p:sp>
          <p:nvSpPr>
            <p:cNvPr id="77" name="四角形: 1 つの角を切り取る 76">
              <a:extLst>
                <a:ext uri="{FF2B5EF4-FFF2-40B4-BE49-F238E27FC236}">
                  <a16:creationId xmlns:a16="http://schemas.microsoft.com/office/drawing/2014/main" id="{70F38BEE-8242-4A98-841F-5733CE9BE035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78" name="二等辺三角形 77">
              <a:extLst>
                <a:ext uri="{FF2B5EF4-FFF2-40B4-BE49-F238E27FC236}">
                  <a16:creationId xmlns:a16="http://schemas.microsoft.com/office/drawing/2014/main" id="{DABC5A13-F0EF-4AEB-B619-D19BC6A0C388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9" name="グループ化 78">
            <a:extLst>
              <a:ext uri="{FF2B5EF4-FFF2-40B4-BE49-F238E27FC236}">
                <a16:creationId xmlns:a16="http://schemas.microsoft.com/office/drawing/2014/main" id="{45DAEB02-4BA9-4DBC-95F6-17635394F6E9}"/>
              </a:ext>
            </a:extLst>
          </p:cNvPr>
          <p:cNvGrpSpPr/>
          <p:nvPr/>
        </p:nvGrpSpPr>
        <p:grpSpPr>
          <a:xfrm>
            <a:off x="3131840" y="5085184"/>
            <a:ext cx="360040" cy="504056"/>
            <a:chOff x="6012160" y="533182"/>
            <a:chExt cx="2160240" cy="3255858"/>
          </a:xfrm>
        </p:grpSpPr>
        <p:sp>
          <p:nvSpPr>
            <p:cNvPr id="80" name="四角形: 1 つの角を切り取る 79">
              <a:extLst>
                <a:ext uri="{FF2B5EF4-FFF2-40B4-BE49-F238E27FC236}">
                  <a16:creationId xmlns:a16="http://schemas.microsoft.com/office/drawing/2014/main" id="{CF7AC160-F13E-4F24-A15C-87761A440629}"/>
                </a:ext>
              </a:extLst>
            </p:cNvPr>
            <p:cNvSpPr/>
            <p:nvPr/>
          </p:nvSpPr>
          <p:spPr>
            <a:xfrm>
              <a:off x="6012160" y="548680"/>
              <a:ext cx="2160240" cy="3240360"/>
            </a:xfrm>
            <a:prstGeom prst="snip1Rect">
              <a:avLst>
                <a:gd name="adj" fmla="val 25926"/>
              </a:avLst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/>
            </a:p>
          </p:txBody>
        </p:sp>
        <p:sp>
          <p:nvSpPr>
            <p:cNvPr id="81" name="二等辺三角形 80">
              <a:extLst>
                <a:ext uri="{FF2B5EF4-FFF2-40B4-BE49-F238E27FC236}">
                  <a16:creationId xmlns:a16="http://schemas.microsoft.com/office/drawing/2014/main" id="{31C358ED-7FD3-4237-A782-CF472E2DE13A}"/>
                </a:ext>
              </a:extLst>
            </p:cNvPr>
            <p:cNvSpPr/>
            <p:nvPr/>
          </p:nvSpPr>
          <p:spPr>
            <a:xfrm>
              <a:off x="7596336" y="533182"/>
              <a:ext cx="576064" cy="576064"/>
            </a:xfrm>
            <a:prstGeom prst="triangle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82" name="四角形: 1 つの角を切り取り 1 つの角を丸める 81">
            <a:extLst>
              <a:ext uri="{FF2B5EF4-FFF2-40B4-BE49-F238E27FC236}">
                <a16:creationId xmlns:a16="http://schemas.microsoft.com/office/drawing/2014/main" id="{21F0EB71-8448-42AB-BDE0-AE8B7646B5F1}"/>
              </a:ext>
            </a:extLst>
          </p:cNvPr>
          <p:cNvSpPr/>
          <p:nvPr/>
        </p:nvSpPr>
        <p:spPr>
          <a:xfrm>
            <a:off x="1547664" y="292494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A18642DE-95E3-46AB-BE06-74FE41B7CC99}"/>
              </a:ext>
            </a:extLst>
          </p:cNvPr>
          <p:cNvSpPr/>
          <p:nvPr/>
        </p:nvSpPr>
        <p:spPr>
          <a:xfrm>
            <a:off x="1652935" y="2171601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84" name="直線矢印コネクタ 83">
            <a:extLst>
              <a:ext uri="{FF2B5EF4-FFF2-40B4-BE49-F238E27FC236}">
                <a16:creationId xmlns:a16="http://schemas.microsoft.com/office/drawing/2014/main" id="{3FE6DBC3-862F-4CAA-9034-DD680967A967}"/>
              </a:ext>
            </a:extLst>
          </p:cNvPr>
          <p:cNvCxnSpPr>
            <a:cxnSpLocks/>
            <a:stCxn id="83" idx="2"/>
            <a:endCxn id="82" idx="3"/>
          </p:cNvCxnSpPr>
          <p:nvPr/>
        </p:nvCxnSpPr>
        <p:spPr>
          <a:xfrm>
            <a:off x="2120987" y="2531641"/>
            <a:ext cx="2741" cy="3933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810CD20B-AF21-409A-B1FA-BFF350EA0122}"/>
              </a:ext>
            </a:extLst>
          </p:cNvPr>
          <p:cNvCxnSpPr>
            <a:stCxn id="48" idx="4"/>
            <a:endCxn id="49" idx="0"/>
          </p:cNvCxnSpPr>
          <p:nvPr/>
        </p:nvCxnSpPr>
        <p:spPr>
          <a:xfrm rot="5400000">
            <a:off x="3131840" y="2204864"/>
            <a:ext cx="1008112" cy="144016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コネクタ: カギ線 85">
            <a:extLst>
              <a:ext uri="{FF2B5EF4-FFF2-40B4-BE49-F238E27FC236}">
                <a16:creationId xmlns:a16="http://schemas.microsoft.com/office/drawing/2014/main" id="{87A877F9-D2E1-4EA1-80EC-044A514E1EDD}"/>
              </a:ext>
            </a:extLst>
          </p:cNvPr>
          <p:cNvCxnSpPr>
            <a:stCxn id="48" idx="4"/>
            <a:endCxn id="50" idx="0"/>
          </p:cNvCxnSpPr>
          <p:nvPr/>
        </p:nvCxnSpPr>
        <p:spPr>
          <a:xfrm rot="16200000" flipH="1">
            <a:off x="4572000" y="2204864"/>
            <a:ext cx="1008112" cy="144016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E1249CA2-21FC-4CEB-BABA-ABC4B1EAF25E}"/>
              </a:ext>
            </a:extLst>
          </p:cNvPr>
          <p:cNvCxnSpPr>
            <a:stCxn id="82" idx="1"/>
            <a:endCxn id="49" idx="2"/>
          </p:cNvCxnSpPr>
          <p:nvPr/>
        </p:nvCxnSpPr>
        <p:spPr>
          <a:xfrm rot="16200000" flipH="1">
            <a:off x="2220888" y="3166120"/>
            <a:ext cx="381744" cy="576064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四角形: 1 つの角を切り取り 1 つの角を丸める 87">
            <a:extLst>
              <a:ext uri="{FF2B5EF4-FFF2-40B4-BE49-F238E27FC236}">
                <a16:creationId xmlns:a16="http://schemas.microsoft.com/office/drawing/2014/main" id="{2915A39B-BB7E-497F-AF6C-A0FF0542C1E7}"/>
              </a:ext>
            </a:extLst>
          </p:cNvPr>
          <p:cNvSpPr/>
          <p:nvPr/>
        </p:nvSpPr>
        <p:spPr>
          <a:xfrm>
            <a:off x="6300192" y="285293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89" name="コネクタ: カギ線 88">
            <a:extLst>
              <a:ext uri="{FF2B5EF4-FFF2-40B4-BE49-F238E27FC236}">
                <a16:creationId xmlns:a16="http://schemas.microsoft.com/office/drawing/2014/main" id="{A37D3730-D193-4A47-AFBF-35A9F67F8B6C}"/>
              </a:ext>
            </a:extLst>
          </p:cNvPr>
          <p:cNvCxnSpPr>
            <a:stCxn id="88" idx="1"/>
            <a:endCxn id="50" idx="6"/>
          </p:cNvCxnSpPr>
          <p:nvPr/>
        </p:nvCxnSpPr>
        <p:spPr>
          <a:xfrm rot="5400000">
            <a:off x="6217332" y="2986100"/>
            <a:ext cx="453752" cy="864096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矢印: 左右 89">
            <a:extLst>
              <a:ext uri="{FF2B5EF4-FFF2-40B4-BE49-F238E27FC236}">
                <a16:creationId xmlns:a16="http://schemas.microsoft.com/office/drawing/2014/main" id="{9BDD36DB-42AD-450D-ADFF-D84CAE3B90C5}"/>
              </a:ext>
            </a:extLst>
          </p:cNvPr>
          <p:cNvSpPr/>
          <p:nvPr/>
        </p:nvSpPr>
        <p:spPr>
          <a:xfrm>
            <a:off x="3491880" y="3501008"/>
            <a:ext cx="1800200" cy="288032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540A75BF-C4CD-4099-B3C5-A306FB5A7074}"/>
              </a:ext>
            </a:extLst>
          </p:cNvPr>
          <p:cNvSpPr txBox="1"/>
          <p:nvPr/>
        </p:nvSpPr>
        <p:spPr>
          <a:xfrm>
            <a:off x="755576" y="1628800"/>
            <a:ext cx="195758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diff knock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11C5077E-AF51-4460-952F-6944D7171167}"/>
              </a:ext>
            </a:extLst>
          </p:cNvPr>
          <p:cNvSpPr txBox="1"/>
          <p:nvPr/>
        </p:nvSpPr>
        <p:spPr>
          <a:xfrm>
            <a:off x="2843808" y="5589240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Consolas" panose="020B0609020204030204" pitchFamily="49" charset="0"/>
              </a:rPr>
              <a:t>poetry.txt</a:t>
            </a:r>
            <a:endParaRPr kumimoji="1" lang="ja-JP" altLang="en-US" sz="1200" dirty="0">
              <a:latin typeface="Consolas" panose="020B0609020204030204" pitchFamily="49" charset="0"/>
            </a:endParaRPr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A4A89373-7A91-43CD-8DA1-7F107A4FAF6A}"/>
              </a:ext>
            </a:extLst>
          </p:cNvPr>
          <p:cNvSpPr txBox="1"/>
          <p:nvPr/>
        </p:nvSpPr>
        <p:spPr>
          <a:xfrm>
            <a:off x="6588224" y="5589240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Consolas" panose="020B0609020204030204" pitchFamily="49" charset="0"/>
              </a:rPr>
              <a:t>poetry.txt</a:t>
            </a:r>
            <a:endParaRPr kumimoji="1" lang="ja-JP" altLang="en-US" sz="1200" dirty="0">
              <a:latin typeface="Consolas" panose="020B0609020204030204" pitchFamily="49" charset="0"/>
            </a:endParaRPr>
          </a:p>
        </p:txBody>
      </p:sp>
      <p:sp>
        <p:nvSpPr>
          <p:cNvPr id="94" name="テキスト ボックス 93">
            <a:extLst>
              <a:ext uri="{FF2B5EF4-FFF2-40B4-BE49-F238E27FC236}">
                <a16:creationId xmlns:a16="http://schemas.microsoft.com/office/drawing/2014/main" id="{24CB9CFE-0079-4123-94E8-3AC3FB0231AB}"/>
              </a:ext>
            </a:extLst>
          </p:cNvPr>
          <p:cNvSpPr txBox="1"/>
          <p:nvPr/>
        </p:nvSpPr>
        <p:spPr>
          <a:xfrm>
            <a:off x="3491880" y="306896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コミット間を比較</a:t>
            </a: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EEBF2E39-7599-4561-8447-C0D3A7B94D92}"/>
              </a:ext>
            </a:extLst>
          </p:cNvPr>
          <p:cNvCxnSpPr>
            <a:cxnSpLocks/>
            <a:stCxn id="92" idx="2"/>
            <a:endCxn id="93" idx="2"/>
          </p:cNvCxnSpPr>
          <p:nvPr/>
        </p:nvCxnSpPr>
        <p:spPr>
          <a:xfrm rot="16200000" flipH="1">
            <a:off x="5233145" y="3994031"/>
            <a:ext cx="12700" cy="3744416"/>
          </a:xfrm>
          <a:prstGeom prst="bentConnector3">
            <a:avLst>
              <a:gd name="adj1" fmla="val 2400000"/>
            </a:avLst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F09F921D-CFE2-486F-8C00-83F32EF42713}"/>
              </a:ext>
            </a:extLst>
          </p:cNvPr>
          <p:cNvCxnSpPr>
            <a:cxnSpLocks/>
            <a:stCxn id="49" idx="4"/>
            <a:endCxn id="67" idx="0"/>
          </p:cNvCxnSpPr>
          <p:nvPr/>
        </p:nvCxnSpPr>
        <p:spPr>
          <a:xfrm rot="5400000">
            <a:off x="2627784" y="3861048"/>
            <a:ext cx="288032" cy="288032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コネクタ: カギ線 96">
            <a:extLst>
              <a:ext uri="{FF2B5EF4-FFF2-40B4-BE49-F238E27FC236}">
                <a16:creationId xmlns:a16="http://schemas.microsoft.com/office/drawing/2014/main" id="{47DA4B99-A365-4D9E-BA89-08A026E31B65}"/>
              </a:ext>
            </a:extLst>
          </p:cNvPr>
          <p:cNvCxnSpPr>
            <a:cxnSpLocks/>
            <a:stCxn id="50" idx="4"/>
            <a:endCxn id="75" idx="0"/>
          </p:cNvCxnSpPr>
          <p:nvPr/>
        </p:nvCxnSpPr>
        <p:spPr>
          <a:xfrm rot="16200000" flipH="1">
            <a:off x="5940152" y="3717032"/>
            <a:ext cx="288032" cy="57606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8CAAB0B-14AA-4A20-AAA2-27990E521472}"/>
              </a:ext>
            </a:extLst>
          </p:cNvPr>
          <p:cNvSpPr txBox="1"/>
          <p:nvPr/>
        </p:nvSpPr>
        <p:spPr>
          <a:xfrm>
            <a:off x="3980835" y="630002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ここに差分を検出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7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82FEEEB-ECEF-47EB-B622-AEE3EAAD54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2</a:t>
            </a:r>
            <a:r>
              <a:rPr kumimoji="1" lang="en-US" altLang="ja-JP" dirty="0"/>
              <a:t> – Step 4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D1BAE06-73E6-4AAF-8C06-1D5485214B59}"/>
              </a:ext>
            </a:extLst>
          </p:cNvPr>
          <p:cNvSpPr txBox="1"/>
          <p:nvPr/>
        </p:nvSpPr>
        <p:spPr>
          <a:xfrm>
            <a:off x="179512" y="134076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マージ</a:t>
            </a:r>
            <a:endParaRPr lang="en-US" altLang="ja-JP" sz="2400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4DC603CD-9D38-42F5-AA83-853326651044}"/>
              </a:ext>
            </a:extLst>
          </p:cNvPr>
          <p:cNvSpPr/>
          <p:nvPr/>
        </p:nvSpPr>
        <p:spPr>
          <a:xfrm>
            <a:off x="4716016" y="23349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706C9C30-7FDD-404E-BA50-553B062A0A4C}"/>
              </a:ext>
            </a:extLst>
          </p:cNvPr>
          <p:cNvSpPr/>
          <p:nvPr/>
        </p:nvSpPr>
        <p:spPr>
          <a:xfrm>
            <a:off x="5796136" y="197488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5F012F9A-8FBC-447A-AE5E-56850485385F}"/>
              </a:ext>
            </a:extLst>
          </p:cNvPr>
          <p:cNvCxnSpPr>
            <a:cxnSpLocks/>
            <a:stCxn id="4" idx="7"/>
            <a:endCxn id="5" idx="2"/>
          </p:cNvCxnSpPr>
          <p:nvPr/>
        </p:nvCxnSpPr>
        <p:spPr>
          <a:xfrm flipV="1">
            <a:off x="5084792" y="2190908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四角形: 1 つの角を切り取り 1 つの角を丸める 6">
            <a:extLst>
              <a:ext uri="{FF2B5EF4-FFF2-40B4-BE49-F238E27FC236}">
                <a16:creationId xmlns:a16="http://schemas.microsoft.com/office/drawing/2014/main" id="{783E1CC3-A4D9-4C24-B428-36EAC681A772}"/>
              </a:ext>
            </a:extLst>
          </p:cNvPr>
          <p:cNvSpPr/>
          <p:nvPr/>
        </p:nvSpPr>
        <p:spPr>
          <a:xfrm>
            <a:off x="5436095" y="1204501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722DA14-8B40-46D7-907C-CC925756B594}"/>
              </a:ext>
            </a:extLst>
          </p:cNvPr>
          <p:cNvSpPr/>
          <p:nvPr/>
        </p:nvSpPr>
        <p:spPr>
          <a:xfrm>
            <a:off x="3995935" y="1196752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B55E1D1-2680-44C6-8E72-D498F978477E}"/>
              </a:ext>
            </a:extLst>
          </p:cNvPr>
          <p:cNvCxnSpPr>
            <a:cxnSpLocks/>
            <a:stCxn id="8" idx="3"/>
            <a:endCxn id="7" idx="2"/>
          </p:cNvCxnSpPr>
          <p:nvPr/>
        </p:nvCxnSpPr>
        <p:spPr>
          <a:xfrm flipV="1">
            <a:off x="4932039" y="1373669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9">
            <a:extLst>
              <a:ext uri="{FF2B5EF4-FFF2-40B4-BE49-F238E27FC236}">
                <a16:creationId xmlns:a16="http://schemas.microsoft.com/office/drawing/2014/main" id="{BC127FC0-F420-4BA8-ABD1-A9B97A393F32}"/>
              </a:ext>
            </a:extLst>
          </p:cNvPr>
          <p:cNvSpPr/>
          <p:nvPr/>
        </p:nvSpPr>
        <p:spPr>
          <a:xfrm>
            <a:off x="5796136" y="269496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F7DB3B8-AEB0-4DC5-AE4A-105E9A79C5BF}"/>
              </a:ext>
            </a:extLst>
          </p:cNvPr>
          <p:cNvCxnSpPr>
            <a:cxnSpLocks/>
            <a:stCxn id="4" idx="5"/>
            <a:endCxn id="10" idx="2"/>
          </p:cNvCxnSpPr>
          <p:nvPr/>
        </p:nvCxnSpPr>
        <p:spPr>
          <a:xfrm>
            <a:off x="5084792" y="2703700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A82E223F-FE1D-418B-9264-74F3CF4C2BBA}"/>
              </a:ext>
            </a:extLst>
          </p:cNvPr>
          <p:cNvCxnSpPr>
            <a:stCxn id="7" idx="1"/>
            <a:endCxn id="5" idx="0"/>
          </p:cNvCxnSpPr>
          <p:nvPr/>
        </p:nvCxnSpPr>
        <p:spPr>
          <a:xfrm>
            <a:off x="6012159" y="1542837"/>
            <a:ext cx="1" cy="43204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四角形: 1 つの角を切り取り 1 つの角を丸める 13">
            <a:extLst>
              <a:ext uri="{FF2B5EF4-FFF2-40B4-BE49-F238E27FC236}">
                <a16:creationId xmlns:a16="http://schemas.microsoft.com/office/drawing/2014/main" id="{380C0E73-FA2F-4024-8931-81CB72B528AB}"/>
              </a:ext>
            </a:extLst>
          </p:cNvPr>
          <p:cNvSpPr/>
          <p:nvPr/>
        </p:nvSpPr>
        <p:spPr>
          <a:xfrm>
            <a:off x="5436096" y="341504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17C45E73-7270-4529-A7E8-FA1D338848CB}"/>
              </a:ext>
            </a:extLst>
          </p:cNvPr>
          <p:cNvCxnSpPr>
            <a:stCxn id="14" idx="3"/>
            <a:endCxn id="10" idx="4"/>
          </p:cNvCxnSpPr>
          <p:nvPr/>
        </p:nvCxnSpPr>
        <p:spPr>
          <a:xfrm flipV="1">
            <a:off x="6012160" y="3127012"/>
            <a:ext cx="0" cy="28803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楕円 20">
            <a:extLst>
              <a:ext uri="{FF2B5EF4-FFF2-40B4-BE49-F238E27FC236}">
                <a16:creationId xmlns:a16="http://schemas.microsoft.com/office/drawing/2014/main" id="{29586528-E350-448C-8F8F-1D1FAC22DA83}"/>
              </a:ext>
            </a:extLst>
          </p:cNvPr>
          <p:cNvSpPr/>
          <p:nvPr/>
        </p:nvSpPr>
        <p:spPr>
          <a:xfrm>
            <a:off x="7596336" y="2297822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B70BD592-3CF3-445E-8A24-B5F5863FF81B}"/>
              </a:ext>
            </a:extLst>
          </p:cNvPr>
          <p:cNvCxnSpPr>
            <a:cxnSpLocks/>
            <a:stCxn id="5" idx="6"/>
            <a:endCxn id="21" idx="2"/>
          </p:cNvCxnSpPr>
          <p:nvPr/>
        </p:nvCxnSpPr>
        <p:spPr>
          <a:xfrm>
            <a:off x="6228184" y="2190908"/>
            <a:ext cx="1368152" cy="32293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7399C98D-88CD-4F8B-9140-90C52858C6BA}"/>
              </a:ext>
            </a:extLst>
          </p:cNvPr>
          <p:cNvCxnSpPr>
            <a:cxnSpLocks/>
            <a:stCxn id="10" idx="6"/>
            <a:endCxn id="21" idx="2"/>
          </p:cNvCxnSpPr>
          <p:nvPr/>
        </p:nvCxnSpPr>
        <p:spPr>
          <a:xfrm flipV="1">
            <a:off x="6228184" y="2513846"/>
            <a:ext cx="1368152" cy="39714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爆発: 8 pt 34">
            <a:extLst>
              <a:ext uri="{FF2B5EF4-FFF2-40B4-BE49-F238E27FC236}">
                <a16:creationId xmlns:a16="http://schemas.microsoft.com/office/drawing/2014/main" id="{80EFB098-3237-45BF-91A0-05B62AFE1CF3}"/>
              </a:ext>
            </a:extLst>
          </p:cNvPr>
          <p:cNvSpPr/>
          <p:nvPr/>
        </p:nvSpPr>
        <p:spPr>
          <a:xfrm>
            <a:off x="6588224" y="2046892"/>
            <a:ext cx="914400" cy="91440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A9DBDBD-B292-4CDA-B8D2-FB0E67B5BD94}"/>
              </a:ext>
            </a:extLst>
          </p:cNvPr>
          <p:cNvSpPr txBox="1"/>
          <p:nvPr/>
        </p:nvSpPr>
        <p:spPr>
          <a:xfrm>
            <a:off x="6732240" y="16868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衝突</a:t>
            </a: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2AB804D2-F9FF-4EAD-8FE8-11BD31EB1858}"/>
              </a:ext>
            </a:extLst>
          </p:cNvPr>
          <p:cNvSpPr txBox="1"/>
          <p:nvPr/>
        </p:nvSpPr>
        <p:spPr>
          <a:xfrm>
            <a:off x="755576" y="2060848"/>
            <a:ext cx="208422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merge knock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63978B59-76D8-4EAF-B2A8-9782E1A62D72}"/>
              </a:ext>
            </a:extLst>
          </p:cNvPr>
          <p:cNvSpPr txBox="1"/>
          <p:nvPr/>
        </p:nvSpPr>
        <p:spPr>
          <a:xfrm>
            <a:off x="179512" y="4221088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マージの中断</a:t>
            </a:r>
            <a:endParaRPr lang="en-US" altLang="ja-JP" sz="2400" dirty="0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680EE882-E843-4DEB-AD0C-77E0556A4856}"/>
              </a:ext>
            </a:extLst>
          </p:cNvPr>
          <p:cNvSpPr txBox="1"/>
          <p:nvPr/>
        </p:nvSpPr>
        <p:spPr>
          <a:xfrm>
            <a:off x="611560" y="4869160"/>
            <a:ext cx="23374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merge --abort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6" name="楕円 45">
            <a:extLst>
              <a:ext uri="{FF2B5EF4-FFF2-40B4-BE49-F238E27FC236}">
                <a16:creationId xmlns:a16="http://schemas.microsoft.com/office/drawing/2014/main" id="{843EF71A-AC27-409C-83C5-83AE991145BA}"/>
              </a:ext>
            </a:extLst>
          </p:cNvPr>
          <p:cNvSpPr/>
          <p:nvPr/>
        </p:nvSpPr>
        <p:spPr>
          <a:xfrm>
            <a:off x="4716016" y="537321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6E4BEEBD-799D-44EA-B81B-CF13EBC6967D}"/>
              </a:ext>
            </a:extLst>
          </p:cNvPr>
          <p:cNvSpPr/>
          <p:nvPr/>
        </p:nvSpPr>
        <p:spPr>
          <a:xfrm>
            <a:off x="5796136" y="501317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AC89523C-C418-453C-B223-8207821F19F0}"/>
              </a:ext>
            </a:extLst>
          </p:cNvPr>
          <p:cNvCxnSpPr>
            <a:cxnSpLocks/>
            <a:stCxn id="46" idx="7"/>
            <a:endCxn id="47" idx="2"/>
          </p:cNvCxnSpPr>
          <p:nvPr/>
        </p:nvCxnSpPr>
        <p:spPr>
          <a:xfrm flipV="1">
            <a:off x="5084792" y="5229200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四角形: 1 つの角を切り取り 1 つの角を丸める 48">
            <a:extLst>
              <a:ext uri="{FF2B5EF4-FFF2-40B4-BE49-F238E27FC236}">
                <a16:creationId xmlns:a16="http://schemas.microsoft.com/office/drawing/2014/main" id="{A18D0B9F-30D8-4D38-AE60-5C17E6659393}"/>
              </a:ext>
            </a:extLst>
          </p:cNvPr>
          <p:cNvSpPr/>
          <p:nvPr/>
        </p:nvSpPr>
        <p:spPr>
          <a:xfrm>
            <a:off x="5436095" y="4242793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9EE0BBE-38D2-46FC-810B-AE94EB4D6BC7}"/>
              </a:ext>
            </a:extLst>
          </p:cNvPr>
          <p:cNvSpPr/>
          <p:nvPr/>
        </p:nvSpPr>
        <p:spPr>
          <a:xfrm>
            <a:off x="3995935" y="4235044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6559F731-B500-419A-A24C-0A7787434618}"/>
              </a:ext>
            </a:extLst>
          </p:cNvPr>
          <p:cNvCxnSpPr>
            <a:cxnSpLocks/>
            <a:stCxn id="50" idx="3"/>
            <a:endCxn id="49" idx="2"/>
          </p:cNvCxnSpPr>
          <p:nvPr/>
        </p:nvCxnSpPr>
        <p:spPr>
          <a:xfrm flipV="1">
            <a:off x="4932039" y="4411961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楕円 51">
            <a:extLst>
              <a:ext uri="{FF2B5EF4-FFF2-40B4-BE49-F238E27FC236}">
                <a16:creationId xmlns:a16="http://schemas.microsoft.com/office/drawing/2014/main" id="{FB4B364C-F432-4F2A-AF17-90D4AB4582CA}"/>
              </a:ext>
            </a:extLst>
          </p:cNvPr>
          <p:cNvSpPr/>
          <p:nvPr/>
        </p:nvSpPr>
        <p:spPr>
          <a:xfrm>
            <a:off x="5796136" y="5733256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3" name="直線コネクタ 52">
            <a:extLst>
              <a:ext uri="{FF2B5EF4-FFF2-40B4-BE49-F238E27FC236}">
                <a16:creationId xmlns:a16="http://schemas.microsoft.com/office/drawing/2014/main" id="{4B431016-3D63-4767-BA85-B49FE6378834}"/>
              </a:ext>
            </a:extLst>
          </p:cNvPr>
          <p:cNvCxnSpPr>
            <a:cxnSpLocks/>
            <a:stCxn id="46" idx="5"/>
            <a:endCxn id="52" idx="2"/>
          </p:cNvCxnSpPr>
          <p:nvPr/>
        </p:nvCxnSpPr>
        <p:spPr>
          <a:xfrm>
            <a:off x="5084792" y="5741992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A0D85769-8E1E-4048-A448-FC18EF0D4E04}"/>
              </a:ext>
            </a:extLst>
          </p:cNvPr>
          <p:cNvCxnSpPr>
            <a:stCxn id="49" idx="1"/>
            <a:endCxn id="47" idx="0"/>
          </p:cNvCxnSpPr>
          <p:nvPr/>
        </p:nvCxnSpPr>
        <p:spPr>
          <a:xfrm>
            <a:off x="6012159" y="4581129"/>
            <a:ext cx="1" cy="43204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四角形: 1 つの角を切り取り 1 つの角を丸める 54">
            <a:extLst>
              <a:ext uri="{FF2B5EF4-FFF2-40B4-BE49-F238E27FC236}">
                <a16:creationId xmlns:a16="http://schemas.microsoft.com/office/drawing/2014/main" id="{E4F6BC8F-E3FF-45DC-9A5E-EFFA423D3C33}"/>
              </a:ext>
            </a:extLst>
          </p:cNvPr>
          <p:cNvSpPr/>
          <p:nvPr/>
        </p:nvSpPr>
        <p:spPr>
          <a:xfrm>
            <a:off x="5436096" y="645333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1399CA14-976C-4F49-9757-F167A9CF8CA1}"/>
              </a:ext>
            </a:extLst>
          </p:cNvPr>
          <p:cNvCxnSpPr>
            <a:stCxn id="55" idx="3"/>
            <a:endCxn id="52" idx="4"/>
          </p:cNvCxnSpPr>
          <p:nvPr/>
        </p:nvCxnSpPr>
        <p:spPr>
          <a:xfrm flipV="1">
            <a:off x="6012160" y="6165304"/>
            <a:ext cx="0" cy="28803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7E154D9-3474-4336-9965-0887F79E0783}"/>
              </a:ext>
            </a:extLst>
          </p:cNvPr>
          <p:cNvSpPr txBox="1"/>
          <p:nvPr/>
        </p:nvSpPr>
        <p:spPr>
          <a:xfrm>
            <a:off x="395536" y="5805264"/>
            <a:ext cx="3185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このプロセスで</a:t>
            </a:r>
            <a:r>
              <a:rPr kumimoji="1" lang="en-US" altLang="ja-JP" dirty="0"/>
              <a:t>poetry.txt</a:t>
            </a:r>
            <a:r>
              <a:rPr kumimoji="1" lang="ja-JP" altLang="en-US" dirty="0"/>
              <a:t>が</a:t>
            </a:r>
            <a:endParaRPr kumimoji="1" lang="en-US" altLang="ja-JP" dirty="0"/>
          </a:p>
          <a:p>
            <a:r>
              <a:rPr lang="ja-JP" altLang="en-US" dirty="0"/>
              <a:t>どのように変化したか調べる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31273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6405955-FCA7-466D-8E59-BA79FF84B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2</a:t>
            </a:r>
            <a:r>
              <a:rPr kumimoji="1" lang="en-US" altLang="ja-JP" dirty="0"/>
              <a:t> – Step 5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FBBCC35-531B-45B1-8FAF-FF86D4D1C8BF}"/>
              </a:ext>
            </a:extLst>
          </p:cNvPr>
          <p:cNvSpPr txBox="1"/>
          <p:nvPr/>
        </p:nvSpPr>
        <p:spPr>
          <a:xfrm>
            <a:off x="179512" y="134076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マージ</a:t>
            </a:r>
            <a:endParaRPr lang="en-US" altLang="ja-JP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2B2F6A1-0A3C-493B-81CF-D7DF4FE3F35A}"/>
              </a:ext>
            </a:extLst>
          </p:cNvPr>
          <p:cNvSpPr txBox="1"/>
          <p:nvPr/>
        </p:nvSpPr>
        <p:spPr>
          <a:xfrm>
            <a:off x="755576" y="2060848"/>
            <a:ext cx="208422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merge knock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3524B9CC-F71A-4270-9611-5E2BB78C68D6}"/>
              </a:ext>
            </a:extLst>
          </p:cNvPr>
          <p:cNvSpPr/>
          <p:nvPr/>
        </p:nvSpPr>
        <p:spPr>
          <a:xfrm>
            <a:off x="4788024" y="314096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FCD2104F-730D-4627-BE46-E0D3512368A4}"/>
              </a:ext>
            </a:extLst>
          </p:cNvPr>
          <p:cNvSpPr/>
          <p:nvPr/>
        </p:nvSpPr>
        <p:spPr>
          <a:xfrm>
            <a:off x="5868144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7E3E9455-8BF1-4C07-A738-10ACE7C34B49}"/>
              </a:ext>
            </a:extLst>
          </p:cNvPr>
          <p:cNvCxnSpPr>
            <a:cxnSpLocks/>
            <a:stCxn id="5" idx="7"/>
            <a:endCxn id="6" idx="2"/>
          </p:cNvCxnSpPr>
          <p:nvPr/>
        </p:nvCxnSpPr>
        <p:spPr>
          <a:xfrm flipV="1">
            <a:off x="5156800" y="2996952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四角形: 1 つの角を切り取り 1 つの角を丸める 7">
            <a:extLst>
              <a:ext uri="{FF2B5EF4-FFF2-40B4-BE49-F238E27FC236}">
                <a16:creationId xmlns:a16="http://schemas.microsoft.com/office/drawing/2014/main" id="{C64C6191-3A42-48CC-AECE-E252E68E9E02}"/>
              </a:ext>
            </a:extLst>
          </p:cNvPr>
          <p:cNvSpPr/>
          <p:nvPr/>
        </p:nvSpPr>
        <p:spPr>
          <a:xfrm>
            <a:off x="5508103" y="2010545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67BE6D6-289F-47F2-B9CF-D30345B0D91D}"/>
              </a:ext>
            </a:extLst>
          </p:cNvPr>
          <p:cNvSpPr/>
          <p:nvPr/>
        </p:nvSpPr>
        <p:spPr>
          <a:xfrm>
            <a:off x="4067943" y="2002796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65F78D6B-34AB-4107-AB3E-751CBBBD411F}"/>
              </a:ext>
            </a:extLst>
          </p:cNvPr>
          <p:cNvCxnSpPr>
            <a:cxnSpLocks/>
            <a:stCxn id="9" idx="3"/>
            <a:endCxn id="8" idx="2"/>
          </p:cNvCxnSpPr>
          <p:nvPr/>
        </p:nvCxnSpPr>
        <p:spPr>
          <a:xfrm flipV="1">
            <a:off x="5004047" y="2179713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10">
            <a:extLst>
              <a:ext uri="{FF2B5EF4-FFF2-40B4-BE49-F238E27FC236}">
                <a16:creationId xmlns:a16="http://schemas.microsoft.com/office/drawing/2014/main" id="{224DAA9A-9D75-40B5-AA55-71B3F90AF8F6}"/>
              </a:ext>
            </a:extLst>
          </p:cNvPr>
          <p:cNvSpPr/>
          <p:nvPr/>
        </p:nvSpPr>
        <p:spPr>
          <a:xfrm>
            <a:off x="5868144" y="35010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4F55511C-60A9-4BA0-B039-46A81E8AB460}"/>
              </a:ext>
            </a:extLst>
          </p:cNvPr>
          <p:cNvCxnSpPr>
            <a:cxnSpLocks/>
            <a:stCxn id="5" idx="5"/>
            <a:endCxn id="11" idx="2"/>
          </p:cNvCxnSpPr>
          <p:nvPr/>
        </p:nvCxnSpPr>
        <p:spPr>
          <a:xfrm>
            <a:off x="5156800" y="3509744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4164558A-F2AA-4EDA-B77D-E3E0F0EF800B}"/>
              </a:ext>
            </a:extLst>
          </p:cNvPr>
          <p:cNvCxnSpPr>
            <a:stCxn id="8" idx="1"/>
            <a:endCxn id="6" idx="0"/>
          </p:cNvCxnSpPr>
          <p:nvPr/>
        </p:nvCxnSpPr>
        <p:spPr>
          <a:xfrm>
            <a:off x="6084167" y="2348881"/>
            <a:ext cx="1" cy="43204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四角形: 1 つの角を切り取り 1 つの角を丸める 13">
            <a:extLst>
              <a:ext uri="{FF2B5EF4-FFF2-40B4-BE49-F238E27FC236}">
                <a16:creationId xmlns:a16="http://schemas.microsoft.com/office/drawing/2014/main" id="{366B9AA3-7FF4-4C37-BA6D-989EB09647CE}"/>
              </a:ext>
            </a:extLst>
          </p:cNvPr>
          <p:cNvSpPr/>
          <p:nvPr/>
        </p:nvSpPr>
        <p:spPr>
          <a:xfrm>
            <a:off x="5508104" y="422108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0E520B57-7654-4CD0-B338-3F3B37E46291}"/>
              </a:ext>
            </a:extLst>
          </p:cNvPr>
          <p:cNvCxnSpPr>
            <a:stCxn id="14" idx="3"/>
            <a:endCxn id="11" idx="4"/>
          </p:cNvCxnSpPr>
          <p:nvPr/>
        </p:nvCxnSpPr>
        <p:spPr>
          <a:xfrm flipV="1">
            <a:off x="6084168" y="3933056"/>
            <a:ext cx="0" cy="28803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15">
            <a:extLst>
              <a:ext uri="{FF2B5EF4-FFF2-40B4-BE49-F238E27FC236}">
                <a16:creationId xmlns:a16="http://schemas.microsoft.com/office/drawing/2014/main" id="{C950B5D4-9990-4301-A5CD-B5CA0C80B84D}"/>
              </a:ext>
            </a:extLst>
          </p:cNvPr>
          <p:cNvSpPr/>
          <p:nvPr/>
        </p:nvSpPr>
        <p:spPr>
          <a:xfrm>
            <a:off x="7668344" y="3103866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EDDBD088-1A4B-4B0C-9EDD-22A90066DA22}"/>
              </a:ext>
            </a:extLst>
          </p:cNvPr>
          <p:cNvCxnSpPr>
            <a:cxnSpLocks/>
            <a:stCxn id="6" idx="6"/>
            <a:endCxn id="16" idx="2"/>
          </p:cNvCxnSpPr>
          <p:nvPr/>
        </p:nvCxnSpPr>
        <p:spPr>
          <a:xfrm>
            <a:off x="6300192" y="2996952"/>
            <a:ext cx="1368152" cy="32293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D687C12-6B40-4680-90E5-EA8CBDFFC0C9}"/>
              </a:ext>
            </a:extLst>
          </p:cNvPr>
          <p:cNvCxnSpPr>
            <a:cxnSpLocks/>
            <a:stCxn id="11" idx="6"/>
            <a:endCxn id="16" idx="2"/>
          </p:cNvCxnSpPr>
          <p:nvPr/>
        </p:nvCxnSpPr>
        <p:spPr>
          <a:xfrm flipV="1">
            <a:off x="6300192" y="3319890"/>
            <a:ext cx="1368152" cy="397142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爆発: 8 pt 18">
            <a:extLst>
              <a:ext uri="{FF2B5EF4-FFF2-40B4-BE49-F238E27FC236}">
                <a16:creationId xmlns:a16="http://schemas.microsoft.com/office/drawing/2014/main" id="{8102058C-F241-4452-9572-FFEC314F0795}"/>
              </a:ext>
            </a:extLst>
          </p:cNvPr>
          <p:cNvSpPr/>
          <p:nvPr/>
        </p:nvSpPr>
        <p:spPr>
          <a:xfrm>
            <a:off x="6660232" y="2852936"/>
            <a:ext cx="914400" cy="91440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D64CEF3-3E5E-40DE-918B-14EDDDDC5889}"/>
              </a:ext>
            </a:extLst>
          </p:cNvPr>
          <p:cNvSpPr txBox="1"/>
          <p:nvPr/>
        </p:nvSpPr>
        <p:spPr>
          <a:xfrm>
            <a:off x="6804248" y="249289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衝突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326572A-CFCA-4BF6-92DD-0E5DEB567551}"/>
              </a:ext>
            </a:extLst>
          </p:cNvPr>
          <p:cNvSpPr txBox="1"/>
          <p:nvPr/>
        </p:nvSpPr>
        <p:spPr>
          <a:xfrm>
            <a:off x="107504" y="479715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衝突の解決とコミット</a:t>
            </a:r>
            <a:endParaRPr lang="en-US" altLang="ja-JP" sz="2400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920E44F-2E25-4EB2-8AFF-CF61301DDC5B}"/>
              </a:ext>
            </a:extLst>
          </p:cNvPr>
          <p:cNvSpPr txBox="1"/>
          <p:nvPr/>
        </p:nvSpPr>
        <p:spPr>
          <a:xfrm>
            <a:off x="683568" y="5517232"/>
            <a:ext cx="284404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add poetry.txt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git commit -m "knock"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44FD7B6-0D8F-4C3A-A38D-EDE7715863FA}"/>
              </a:ext>
            </a:extLst>
          </p:cNvPr>
          <p:cNvSpPr txBox="1"/>
          <p:nvPr/>
        </p:nvSpPr>
        <p:spPr>
          <a:xfrm>
            <a:off x="107504" y="3356992"/>
            <a:ext cx="38888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potery.txt</a:t>
            </a:r>
            <a:r>
              <a:rPr kumimoji="1" lang="ja-JP" altLang="en-US" sz="2400" dirty="0"/>
              <a:t>をエディタで修正</a:t>
            </a:r>
          </a:p>
        </p:txBody>
      </p:sp>
      <p:sp>
        <p:nvSpPr>
          <p:cNvPr id="25" name="矢印: 下 24">
            <a:extLst>
              <a:ext uri="{FF2B5EF4-FFF2-40B4-BE49-F238E27FC236}">
                <a16:creationId xmlns:a16="http://schemas.microsoft.com/office/drawing/2014/main" id="{83612B0F-B88A-4870-B2F0-22E5A74F9989}"/>
              </a:ext>
            </a:extLst>
          </p:cNvPr>
          <p:cNvSpPr/>
          <p:nvPr/>
        </p:nvSpPr>
        <p:spPr>
          <a:xfrm>
            <a:off x="1547664" y="2708920"/>
            <a:ext cx="432048" cy="54636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下 25">
            <a:extLst>
              <a:ext uri="{FF2B5EF4-FFF2-40B4-BE49-F238E27FC236}">
                <a16:creationId xmlns:a16="http://schemas.microsoft.com/office/drawing/2014/main" id="{2E29947D-66DD-4939-868F-4D7B1A5C92CF}"/>
              </a:ext>
            </a:extLst>
          </p:cNvPr>
          <p:cNvSpPr/>
          <p:nvPr/>
        </p:nvSpPr>
        <p:spPr>
          <a:xfrm>
            <a:off x="1547664" y="4077072"/>
            <a:ext cx="432048" cy="54636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2154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308BF2E-61BB-4777-8EBB-500E783E97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2</a:t>
            </a:r>
            <a:r>
              <a:rPr kumimoji="1" lang="en-US" altLang="ja-JP" dirty="0"/>
              <a:t> – Step 6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0A3146F7-09E0-42AC-8857-44F9F9653CB9}"/>
              </a:ext>
            </a:extLst>
          </p:cNvPr>
          <p:cNvSpPr/>
          <p:nvPr/>
        </p:nvSpPr>
        <p:spPr>
          <a:xfrm>
            <a:off x="2123728" y="450912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8B51663A-A128-456A-9C7E-4F39B1D0CCD0}"/>
              </a:ext>
            </a:extLst>
          </p:cNvPr>
          <p:cNvSpPr/>
          <p:nvPr/>
        </p:nvSpPr>
        <p:spPr>
          <a:xfrm>
            <a:off x="3203848" y="414908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1E3487CB-E9E2-40D3-87F9-0609E5860732}"/>
              </a:ext>
            </a:extLst>
          </p:cNvPr>
          <p:cNvCxnSpPr>
            <a:cxnSpLocks/>
            <a:stCxn id="3" idx="7"/>
            <a:endCxn id="4" idx="2"/>
          </p:cNvCxnSpPr>
          <p:nvPr/>
        </p:nvCxnSpPr>
        <p:spPr>
          <a:xfrm flipV="1">
            <a:off x="2492504" y="4365104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四角形: 1 つの角を切り取り 1 つの角を丸める 5">
            <a:extLst>
              <a:ext uri="{FF2B5EF4-FFF2-40B4-BE49-F238E27FC236}">
                <a16:creationId xmlns:a16="http://schemas.microsoft.com/office/drawing/2014/main" id="{FF43C1FC-BEA9-4AA3-ACB1-1B8FD113EED8}"/>
              </a:ext>
            </a:extLst>
          </p:cNvPr>
          <p:cNvSpPr/>
          <p:nvPr/>
        </p:nvSpPr>
        <p:spPr>
          <a:xfrm>
            <a:off x="4427984" y="355131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BAD5CB6-49B5-4807-BF9C-12630DFC6BF8}"/>
              </a:ext>
            </a:extLst>
          </p:cNvPr>
          <p:cNvSpPr/>
          <p:nvPr/>
        </p:nvSpPr>
        <p:spPr>
          <a:xfrm>
            <a:off x="2987824" y="3543563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A18EBF41-0855-4AE8-A343-86B35EBE74D9}"/>
              </a:ext>
            </a:extLst>
          </p:cNvPr>
          <p:cNvCxnSpPr>
            <a:cxnSpLocks/>
            <a:stCxn id="7" idx="3"/>
            <a:endCxn id="6" idx="2"/>
          </p:cNvCxnSpPr>
          <p:nvPr/>
        </p:nvCxnSpPr>
        <p:spPr>
          <a:xfrm flipV="1">
            <a:off x="3923928" y="3720480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78221562-CAA1-4287-A472-413DC280DCEF}"/>
              </a:ext>
            </a:extLst>
          </p:cNvPr>
          <p:cNvSpPr/>
          <p:nvPr/>
        </p:nvSpPr>
        <p:spPr>
          <a:xfrm>
            <a:off x="3203848" y="486916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56ED2A60-00C1-4779-968D-F84DB98AAA29}"/>
              </a:ext>
            </a:extLst>
          </p:cNvPr>
          <p:cNvCxnSpPr>
            <a:cxnSpLocks/>
            <a:stCxn id="3" idx="5"/>
            <a:endCxn id="9" idx="2"/>
          </p:cNvCxnSpPr>
          <p:nvPr/>
        </p:nvCxnSpPr>
        <p:spPr>
          <a:xfrm>
            <a:off x="2492504" y="4877896"/>
            <a:ext cx="711344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1 つの角を切り取り 1 つの角を丸める 11">
            <a:extLst>
              <a:ext uri="{FF2B5EF4-FFF2-40B4-BE49-F238E27FC236}">
                <a16:creationId xmlns:a16="http://schemas.microsoft.com/office/drawing/2014/main" id="{12F051B1-AFA8-4CEB-9122-0D22F8283ECB}"/>
              </a:ext>
            </a:extLst>
          </p:cNvPr>
          <p:cNvSpPr/>
          <p:nvPr/>
        </p:nvSpPr>
        <p:spPr>
          <a:xfrm>
            <a:off x="2843808" y="558924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knock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9146969-6714-4846-B325-20D841FBFA76}"/>
              </a:ext>
            </a:extLst>
          </p:cNvPr>
          <p:cNvCxnSpPr>
            <a:stCxn id="12" idx="3"/>
            <a:endCxn id="9" idx="4"/>
          </p:cNvCxnSpPr>
          <p:nvPr/>
        </p:nvCxnSpPr>
        <p:spPr>
          <a:xfrm flipV="1">
            <a:off x="3419872" y="5301208"/>
            <a:ext cx="0" cy="28803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B05286AD-5CFE-4A3C-85D3-DBD3E9419C2D}"/>
              </a:ext>
            </a:extLst>
          </p:cNvPr>
          <p:cNvSpPr/>
          <p:nvPr/>
        </p:nvSpPr>
        <p:spPr>
          <a:xfrm>
            <a:off x="4427984" y="4509120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7187DB5-3F78-48AE-A06D-933E5B03B769}"/>
              </a:ext>
            </a:extLst>
          </p:cNvPr>
          <p:cNvCxnSpPr>
            <a:cxnSpLocks/>
            <a:stCxn id="4" idx="6"/>
            <a:endCxn id="14" idx="1"/>
          </p:cNvCxnSpPr>
          <p:nvPr/>
        </p:nvCxnSpPr>
        <p:spPr>
          <a:xfrm>
            <a:off x="3635896" y="4365104"/>
            <a:ext cx="855360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11345098-9F7B-453C-B040-851B253514C1}"/>
              </a:ext>
            </a:extLst>
          </p:cNvPr>
          <p:cNvCxnSpPr>
            <a:cxnSpLocks/>
            <a:stCxn id="9" idx="6"/>
            <a:endCxn id="14" idx="3"/>
          </p:cNvCxnSpPr>
          <p:nvPr/>
        </p:nvCxnSpPr>
        <p:spPr>
          <a:xfrm flipV="1">
            <a:off x="3635896" y="4877896"/>
            <a:ext cx="855360" cy="207288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B5D98876-4B00-4864-BDE1-DC9359A4A59B}"/>
              </a:ext>
            </a:extLst>
          </p:cNvPr>
          <p:cNvCxnSpPr>
            <a:stCxn id="6" idx="1"/>
            <a:endCxn id="14" idx="0"/>
          </p:cNvCxnSpPr>
          <p:nvPr/>
        </p:nvCxnSpPr>
        <p:spPr>
          <a:xfrm rot="5400000">
            <a:off x="4514292" y="4019364"/>
            <a:ext cx="619472" cy="36004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D0016D2E-27B1-4430-A26F-B67D38296D3A}"/>
              </a:ext>
            </a:extLst>
          </p:cNvPr>
          <p:cNvSpPr txBox="1"/>
          <p:nvPr/>
        </p:nvSpPr>
        <p:spPr>
          <a:xfrm>
            <a:off x="539552" y="2060848"/>
            <a:ext cx="411042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git log --all --graph --</a:t>
            </a:r>
            <a:r>
              <a:rPr lang="en-US" altLang="ja-JP" dirty="0" err="1">
                <a:latin typeface="Consolas" panose="020B0609020204030204" pitchFamily="49" charset="0"/>
              </a:rPr>
              <a:t>oneline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BBAE5B5-A7FD-410D-8815-80B9E2C1D9AA}"/>
              </a:ext>
            </a:extLst>
          </p:cNvPr>
          <p:cNvSpPr txBox="1"/>
          <p:nvPr/>
        </p:nvSpPr>
        <p:spPr>
          <a:xfrm>
            <a:off x="179512" y="1340768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マージされた「歴史」を確認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36923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3497C2B-A3A1-43FF-89A2-CD3BD6511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3 – Step 1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F211C5-8740-4ADC-AEE2-D4BEC9C92350}"/>
              </a:ext>
            </a:extLst>
          </p:cNvPr>
          <p:cNvSpPr txBox="1"/>
          <p:nvPr/>
        </p:nvSpPr>
        <p:spPr>
          <a:xfrm>
            <a:off x="179512" y="980728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リポジトリのクローン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799D900-1E53-4D94-A458-02E2522D9028}"/>
              </a:ext>
            </a:extLst>
          </p:cNvPr>
          <p:cNvSpPr txBox="1"/>
          <p:nvPr/>
        </p:nvSpPr>
        <p:spPr>
          <a:xfrm>
            <a:off x="467544" y="1556792"/>
            <a:ext cx="866936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cd 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</a:t>
            </a:r>
            <a:r>
              <a:rPr lang="en-US" altLang="ja-JP" dirty="0" err="1">
                <a:latin typeface="Consolas" panose="020B0609020204030204" pitchFamily="49" charset="0"/>
              </a:rPr>
              <a:t>github</a:t>
            </a:r>
            <a:endParaRPr lang="en-US" altLang="ja-JP" dirty="0">
              <a:latin typeface="Consolas" panose="020B0609020204030204" pitchFamily="49" charset="0"/>
            </a:endParaRPr>
          </a:p>
          <a:p>
            <a:r>
              <a:rPr lang="en-US" altLang="ja-JP" dirty="0">
                <a:latin typeface="Consolas" panose="020B0609020204030204" pitchFamily="49" charset="0"/>
              </a:rPr>
              <a:t>git clone https://</a:t>
            </a:r>
            <a:r>
              <a:rPr lang="en-US" altLang="ja-JP" dirty="0" err="1">
                <a:latin typeface="Consolas" panose="020B0609020204030204" pitchFamily="49" charset="0"/>
              </a:rPr>
              <a:t>github.com</a:t>
            </a:r>
            <a:r>
              <a:rPr lang="en-US" altLang="ja-JP" dirty="0">
                <a:latin typeface="Consolas" panose="020B0609020204030204" pitchFamily="49" charset="0"/>
              </a:rPr>
              <a:t>/cpss2026-git/rebase-history-sample.git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rebase-history-sample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2" descr="フォルダのイラスト">
            <a:extLst>
              <a:ext uri="{FF2B5EF4-FFF2-40B4-BE49-F238E27FC236}">
                <a16:creationId xmlns:a16="http://schemas.microsoft.com/office/drawing/2014/main" id="{E4C35083-4C23-47CD-9DAB-8D9CF50852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フォルダのイラスト">
            <a:extLst>
              <a:ext uri="{FF2B5EF4-FFF2-40B4-BE49-F238E27FC236}">
                <a16:creationId xmlns:a16="http://schemas.microsoft.com/office/drawing/2014/main" id="{1AA351C1-BAD9-4D8D-A064-DEF210757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59F25C9-65CC-43B5-B9B8-4865560A15E5}"/>
              </a:ext>
            </a:extLst>
          </p:cNvPr>
          <p:cNvSpPr txBox="1"/>
          <p:nvPr/>
        </p:nvSpPr>
        <p:spPr>
          <a:xfrm>
            <a:off x="1979712" y="436510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10" name="Picture 2" descr="家のイラスト7">
            <a:extLst>
              <a:ext uri="{FF2B5EF4-FFF2-40B4-BE49-F238E27FC236}">
                <a16:creationId xmlns:a16="http://schemas.microsoft.com/office/drawing/2014/main" id="{E3B5E8B7-13B8-4C93-AD6F-2963CCB05E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4005064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1E8A94E8-D143-4A4E-A9A6-191157441324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1529662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フォルダのイラスト">
            <a:extLst>
              <a:ext uri="{FF2B5EF4-FFF2-40B4-BE49-F238E27FC236}">
                <a16:creationId xmlns:a16="http://schemas.microsoft.com/office/drawing/2014/main" id="{6447FEA8-A94B-43AA-A8A5-CA621631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5856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5AB8CEA-52B8-4C6C-B6BB-D083AE0B7664}"/>
              </a:ext>
            </a:extLst>
          </p:cNvPr>
          <p:cNvCxnSpPr>
            <a:endCxn id="12" idx="1"/>
          </p:cNvCxnSpPr>
          <p:nvPr/>
        </p:nvCxnSpPr>
        <p:spPr>
          <a:xfrm>
            <a:off x="2753798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EAABB41-28C0-402F-B166-E3EA7BDEC837}"/>
              </a:ext>
            </a:extLst>
          </p:cNvPr>
          <p:cNvSpPr txBox="1"/>
          <p:nvPr/>
        </p:nvSpPr>
        <p:spPr>
          <a:xfrm>
            <a:off x="2843808" y="4365104"/>
            <a:ext cx="28440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rebase-history-sample</a:t>
            </a:r>
            <a:endParaRPr kumimoji="1" lang="ja-JP" altLang="en-US" dirty="0"/>
          </a:p>
        </p:txBody>
      </p:sp>
      <p:pic>
        <p:nvPicPr>
          <p:cNvPr id="15" name="Picture 4">
            <a:extLst>
              <a:ext uri="{FF2B5EF4-FFF2-40B4-BE49-F238E27FC236}">
                <a16:creationId xmlns:a16="http://schemas.microsoft.com/office/drawing/2014/main" id="{485139D9-488A-4F60-9569-E51B67189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72" y="4005064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手を上げている男の子のイラスト">
            <a:extLst>
              <a:ext uri="{FF2B5EF4-FFF2-40B4-BE49-F238E27FC236}">
                <a16:creationId xmlns:a16="http://schemas.microsoft.com/office/drawing/2014/main" id="{28B64B11-71C6-44E6-A8DE-091674FCC5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72" y="3284984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7D8AB24-3DCD-4933-B8F1-AE257CDC3A1C}"/>
              </a:ext>
            </a:extLst>
          </p:cNvPr>
          <p:cNvSpPr txBox="1"/>
          <p:nvPr/>
        </p:nvSpPr>
        <p:spPr>
          <a:xfrm>
            <a:off x="3923928" y="3284984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ここがカレントディレクトリに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5760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ABB4E76-0EB3-4665-97B5-3410C57235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3 – Step 2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CA59852-1544-469E-8FF1-DFCADB891262}"/>
              </a:ext>
            </a:extLst>
          </p:cNvPr>
          <p:cNvSpPr/>
          <p:nvPr/>
        </p:nvSpPr>
        <p:spPr>
          <a:xfrm>
            <a:off x="97160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FDC5C593-98F9-4062-A9C9-FAC7FBF45B43}"/>
              </a:ext>
            </a:extLst>
          </p:cNvPr>
          <p:cNvSpPr/>
          <p:nvPr/>
        </p:nvSpPr>
        <p:spPr>
          <a:xfrm>
            <a:off x="313184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E2EB57B9-79DC-41FE-9B86-E9F157B6A0A8}"/>
              </a:ext>
            </a:extLst>
          </p:cNvPr>
          <p:cNvSpPr/>
          <p:nvPr/>
        </p:nvSpPr>
        <p:spPr>
          <a:xfrm>
            <a:off x="529208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8CD53D77-36AD-474D-9F59-65D5E13C6D6C}"/>
              </a:ext>
            </a:extLst>
          </p:cNvPr>
          <p:cNvSpPr/>
          <p:nvPr/>
        </p:nvSpPr>
        <p:spPr>
          <a:xfrm>
            <a:off x="745232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B0CB9AC1-11BC-47C6-B6F6-077AF34CF8E5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1403648" y="299695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CF0B281F-3683-42CD-9DF9-EC7BE1AD3460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3563888" y="299695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A5CEB17F-BC9C-49AC-82B9-C3B56CB00FF3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5724128" y="299695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寝起きのイラスト「爽やかに起きる女性」">
            <a:extLst>
              <a:ext uri="{FF2B5EF4-FFF2-40B4-BE49-F238E27FC236}">
                <a16:creationId xmlns:a16="http://schemas.microsoft.com/office/drawing/2014/main" id="{36C086D5-FB71-4FF5-9EDA-BC18E5DB8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3573016"/>
            <a:ext cx="808382" cy="824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寝起きのイラスト「爽やかに起きる男性」">
            <a:extLst>
              <a:ext uri="{FF2B5EF4-FFF2-40B4-BE49-F238E27FC236}">
                <a16:creationId xmlns:a16="http://schemas.microsoft.com/office/drawing/2014/main" id="{00B68D7B-A7F4-4484-894D-1004D58B3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4509120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781CA65-0D97-459D-BD60-C9196BFDBEEA}"/>
              </a:ext>
            </a:extLst>
          </p:cNvPr>
          <p:cNvSpPr txBox="1"/>
          <p:nvPr/>
        </p:nvSpPr>
        <p:spPr>
          <a:xfrm>
            <a:off x="395536" y="566124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二人が目を覚ます</a:t>
            </a:r>
          </a:p>
        </p:txBody>
      </p:sp>
      <p:pic>
        <p:nvPicPr>
          <p:cNvPr id="5126" name="Picture 6" descr="アイスクリームのイラスト「ラムレーズン」">
            <a:extLst>
              <a:ext uri="{FF2B5EF4-FFF2-40B4-BE49-F238E27FC236}">
                <a16:creationId xmlns:a16="http://schemas.microsoft.com/office/drawing/2014/main" id="{50DBC353-5023-497E-BA8D-2D045E6B0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3501008"/>
            <a:ext cx="662729" cy="97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9F2ECFD-C7F1-4A81-884B-32C8D6767082}"/>
              </a:ext>
            </a:extLst>
          </p:cNvPr>
          <p:cNvSpPr txBox="1"/>
          <p:nvPr/>
        </p:nvSpPr>
        <p:spPr>
          <a:xfrm>
            <a:off x="2123728" y="479715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アイスがまだある</a:t>
            </a:r>
          </a:p>
        </p:txBody>
      </p:sp>
      <p:pic>
        <p:nvPicPr>
          <p:cNvPr id="5128" name="Picture 8" descr="アイスのコーンのイラスト（コーン1）">
            <a:extLst>
              <a:ext uri="{FF2B5EF4-FFF2-40B4-BE49-F238E27FC236}">
                <a16:creationId xmlns:a16="http://schemas.microsoft.com/office/drawing/2014/main" id="{F3F8050D-831A-4D4E-8BE4-AC4FE4FF9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00000">
            <a:off x="5065132" y="3864662"/>
            <a:ext cx="562712" cy="971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B34FE126-85FB-4879-A364-0BE094E7CD6F}"/>
              </a:ext>
            </a:extLst>
          </p:cNvPr>
          <p:cNvCxnSpPr/>
          <p:nvPr/>
        </p:nvCxnSpPr>
        <p:spPr>
          <a:xfrm flipV="1">
            <a:off x="5436096" y="3501008"/>
            <a:ext cx="72008" cy="360040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2F202BAE-BE02-4A01-9BE1-5950CCD1BACF}"/>
              </a:ext>
            </a:extLst>
          </p:cNvPr>
          <p:cNvCxnSpPr>
            <a:cxnSpLocks/>
          </p:cNvCxnSpPr>
          <p:nvPr/>
        </p:nvCxnSpPr>
        <p:spPr>
          <a:xfrm flipV="1">
            <a:off x="5580112" y="3645024"/>
            <a:ext cx="207640" cy="296416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771225D0-FB7C-4F84-B8DF-5344930F9203}"/>
              </a:ext>
            </a:extLst>
          </p:cNvPr>
          <p:cNvCxnSpPr>
            <a:cxnSpLocks/>
          </p:cNvCxnSpPr>
          <p:nvPr/>
        </p:nvCxnSpPr>
        <p:spPr>
          <a:xfrm flipV="1">
            <a:off x="5724128" y="3861048"/>
            <a:ext cx="343272" cy="160784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746F0D4-1712-4174-BAFE-1F83B575CBC4}"/>
              </a:ext>
            </a:extLst>
          </p:cNvPr>
          <p:cNvSpPr txBox="1"/>
          <p:nvPr/>
        </p:nvSpPr>
        <p:spPr>
          <a:xfrm>
            <a:off x="4499699" y="47971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アイスが消えた</a:t>
            </a:r>
          </a:p>
        </p:txBody>
      </p:sp>
      <p:pic>
        <p:nvPicPr>
          <p:cNvPr id="5130" name="Picture 10" descr="スキップする学生のイラスト（男子）">
            <a:extLst>
              <a:ext uri="{FF2B5EF4-FFF2-40B4-BE49-F238E27FC236}">
                <a16:creationId xmlns:a16="http://schemas.microsoft.com/office/drawing/2014/main" id="{83F7DA4D-9FAF-46AF-B2B4-FB101F053A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3645024"/>
            <a:ext cx="1217290" cy="1217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54DC707-ED79-4B28-BFE5-14CDA0442490}"/>
              </a:ext>
            </a:extLst>
          </p:cNvPr>
          <p:cNvSpPr txBox="1"/>
          <p:nvPr/>
        </p:nvSpPr>
        <p:spPr>
          <a:xfrm>
            <a:off x="6876256" y="486916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ボブが登校</a:t>
            </a:r>
          </a:p>
        </p:txBody>
      </p:sp>
      <p:sp>
        <p:nvSpPr>
          <p:cNvPr id="24" name="矢印: 右 23">
            <a:extLst>
              <a:ext uri="{FF2B5EF4-FFF2-40B4-BE49-F238E27FC236}">
                <a16:creationId xmlns:a16="http://schemas.microsoft.com/office/drawing/2014/main" id="{3BF1B4E4-8E68-4CA2-B7A0-4873F41ECC2B}"/>
              </a:ext>
            </a:extLst>
          </p:cNvPr>
          <p:cNvSpPr/>
          <p:nvPr/>
        </p:nvSpPr>
        <p:spPr>
          <a:xfrm>
            <a:off x="1979712" y="375303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矢印: 右 33">
            <a:extLst>
              <a:ext uri="{FF2B5EF4-FFF2-40B4-BE49-F238E27FC236}">
                <a16:creationId xmlns:a16="http://schemas.microsoft.com/office/drawing/2014/main" id="{FDCBBEC0-521D-4C4F-AF49-4659A388D7AD}"/>
              </a:ext>
            </a:extLst>
          </p:cNvPr>
          <p:cNvSpPr/>
          <p:nvPr/>
        </p:nvSpPr>
        <p:spPr>
          <a:xfrm>
            <a:off x="4067944" y="375303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矢印: 右 34">
            <a:extLst>
              <a:ext uri="{FF2B5EF4-FFF2-40B4-BE49-F238E27FC236}">
                <a16:creationId xmlns:a16="http://schemas.microsoft.com/office/drawing/2014/main" id="{32EE972C-C2E9-44E0-9A5C-F2642D77728C}"/>
              </a:ext>
            </a:extLst>
          </p:cNvPr>
          <p:cNvSpPr/>
          <p:nvPr/>
        </p:nvSpPr>
        <p:spPr>
          <a:xfrm>
            <a:off x="6300192" y="375303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8CD914A-72E8-4A47-A251-F443BD2E9B86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歴史の確認</a:t>
            </a:r>
            <a:endParaRPr kumimoji="1" lang="ja-JP" altLang="en-US" sz="2400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649EB1B-B227-4D5F-A1B7-6F33CB3A9AF0}"/>
              </a:ext>
            </a:extLst>
          </p:cNvPr>
          <p:cNvSpPr txBox="1"/>
          <p:nvPr/>
        </p:nvSpPr>
        <p:spPr>
          <a:xfrm>
            <a:off x="755576" y="1916832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4714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1F3CED2-1A0E-441D-BE40-80BA6AF5CE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3 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74197BF-899F-4677-BEE9-4CE0DDBD2498}"/>
              </a:ext>
            </a:extLst>
          </p:cNvPr>
          <p:cNvSpPr txBox="1"/>
          <p:nvPr/>
        </p:nvSpPr>
        <p:spPr>
          <a:xfrm>
            <a:off x="251520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ブランチの作成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A70606-18DD-43AB-9CE7-5BDB36162F78}"/>
              </a:ext>
            </a:extLst>
          </p:cNvPr>
          <p:cNvSpPr txBox="1"/>
          <p:nvPr/>
        </p:nvSpPr>
        <p:spPr>
          <a:xfrm>
            <a:off x="755576" y="1916832"/>
            <a:ext cx="427552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branch start origin/start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3371245E-090B-4C25-B0D1-550C02E4426D}"/>
              </a:ext>
            </a:extLst>
          </p:cNvPr>
          <p:cNvSpPr/>
          <p:nvPr/>
        </p:nvSpPr>
        <p:spPr>
          <a:xfrm>
            <a:off x="1043608" y="35010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41AE0E0-848B-49C2-81D2-5F1540E73996}"/>
              </a:ext>
            </a:extLst>
          </p:cNvPr>
          <p:cNvSpPr/>
          <p:nvPr/>
        </p:nvSpPr>
        <p:spPr>
          <a:xfrm>
            <a:off x="3203848" y="35010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EE551442-2DE4-4E8E-A560-207B1E5E45C2}"/>
              </a:ext>
            </a:extLst>
          </p:cNvPr>
          <p:cNvSpPr/>
          <p:nvPr/>
        </p:nvSpPr>
        <p:spPr>
          <a:xfrm>
            <a:off x="5364088" y="35010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5169EAAD-1D57-4C42-A659-D47BE284511E}"/>
              </a:ext>
            </a:extLst>
          </p:cNvPr>
          <p:cNvSpPr/>
          <p:nvPr/>
        </p:nvSpPr>
        <p:spPr>
          <a:xfrm>
            <a:off x="7524328" y="350100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97B3A49-60C7-4709-ACBC-52AB71E64622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1475656" y="371703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D702E14-FE18-445A-9118-6D55DBA1AFCB}"/>
              </a:ext>
            </a:extLst>
          </p:cNvPr>
          <p:cNvCxnSpPr>
            <a:stCxn id="6" idx="6"/>
            <a:endCxn id="7" idx="2"/>
          </p:cNvCxnSpPr>
          <p:nvPr/>
        </p:nvCxnSpPr>
        <p:spPr>
          <a:xfrm>
            <a:off x="3635896" y="371703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76F32BEC-FD47-4A6C-8F5C-5D6F1BB53D2D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5796136" y="371703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寝起きのイラスト「爽やかに起きる女性」">
            <a:extLst>
              <a:ext uri="{FF2B5EF4-FFF2-40B4-BE49-F238E27FC236}">
                <a16:creationId xmlns:a16="http://schemas.microsoft.com/office/drawing/2014/main" id="{F1314460-67FE-4CCF-B9CA-B41D9B3590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4293096"/>
            <a:ext cx="808382" cy="824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寝起きのイラスト「爽やかに起きる男性」">
            <a:extLst>
              <a:ext uri="{FF2B5EF4-FFF2-40B4-BE49-F238E27FC236}">
                <a16:creationId xmlns:a16="http://schemas.microsoft.com/office/drawing/2014/main" id="{CE24345F-5CA8-4BE8-A605-A9AFC2671A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5229200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C26BD90-E03C-4C2B-9DFF-B12763597A6C}"/>
              </a:ext>
            </a:extLst>
          </p:cNvPr>
          <p:cNvSpPr txBox="1"/>
          <p:nvPr/>
        </p:nvSpPr>
        <p:spPr>
          <a:xfrm>
            <a:off x="467544" y="638132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二人が目を覚ます</a:t>
            </a:r>
          </a:p>
        </p:txBody>
      </p:sp>
      <p:pic>
        <p:nvPicPr>
          <p:cNvPr id="15" name="Picture 6" descr="アイスクリームのイラスト「ラムレーズン」">
            <a:extLst>
              <a:ext uri="{FF2B5EF4-FFF2-40B4-BE49-F238E27FC236}">
                <a16:creationId xmlns:a16="http://schemas.microsoft.com/office/drawing/2014/main" id="{F2DB3D5E-C8F0-45FF-82A9-10592FBD29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832" y="4221088"/>
            <a:ext cx="662729" cy="97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308F80E-20BE-45C0-89B6-68D1961BEF48}"/>
              </a:ext>
            </a:extLst>
          </p:cNvPr>
          <p:cNvSpPr txBox="1"/>
          <p:nvPr/>
        </p:nvSpPr>
        <p:spPr>
          <a:xfrm>
            <a:off x="2195736" y="551723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アイスがまだある</a:t>
            </a:r>
          </a:p>
        </p:txBody>
      </p:sp>
      <p:pic>
        <p:nvPicPr>
          <p:cNvPr id="17" name="Picture 8" descr="アイスのコーンのイラスト（コーン1）">
            <a:extLst>
              <a:ext uri="{FF2B5EF4-FFF2-40B4-BE49-F238E27FC236}">
                <a16:creationId xmlns:a16="http://schemas.microsoft.com/office/drawing/2014/main" id="{38BCF79C-4DE8-4A18-9D6E-50E88C29CE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00000">
            <a:off x="5137140" y="4584742"/>
            <a:ext cx="562712" cy="971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ACC8E895-BC15-454E-8EBC-95491969192C}"/>
              </a:ext>
            </a:extLst>
          </p:cNvPr>
          <p:cNvCxnSpPr/>
          <p:nvPr/>
        </p:nvCxnSpPr>
        <p:spPr>
          <a:xfrm flipV="1">
            <a:off x="5508104" y="4221088"/>
            <a:ext cx="72008" cy="360040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6CF78B9A-DF7F-4EFD-B013-1018065F4025}"/>
              </a:ext>
            </a:extLst>
          </p:cNvPr>
          <p:cNvCxnSpPr>
            <a:cxnSpLocks/>
          </p:cNvCxnSpPr>
          <p:nvPr/>
        </p:nvCxnSpPr>
        <p:spPr>
          <a:xfrm flipV="1">
            <a:off x="5652120" y="4365104"/>
            <a:ext cx="207640" cy="296416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BF4B5281-63E8-4D03-8C37-ECEB85E2501B}"/>
              </a:ext>
            </a:extLst>
          </p:cNvPr>
          <p:cNvCxnSpPr>
            <a:cxnSpLocks/>
          </p:cNvCxnSpPr>
          <p:nvPr/>
        </p:nvCxnSpPr>
        <p:spPr>
          <a:xfrm flipV="1">
            <a:off x="5796136" y="4581128"/>
            <a:ext cx="343272" cy="160784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48C00EB-5F7F-48A5-8BB4-C6B885EFC643}"/>
              </a:ext>
            </a:extLst>
          </p:cNvPr>
          <p:cNvSpPr txBox="1"/>
          <p:nvPr/>
        </p:nvSpPr>
        <p:spPr>
          <a:xfrm>
            <a:off x="4571707" y="551723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アイスが消えた</a:t>
            </a:r>
          </a:p>
        </p:txBody>
      </p:sp>
      <p:pic>
        <p:nvPicPr>
          <p:cNvPr id="22" name="Picture 10" descr="スキップする学生のイラスト（男子）">
            <a:extLst>
              <a:ext uri="{FF2B5EF4-FFF2-40B4-BE49-F238E27FC236}">
                <a16:creationId xmlns:a16="http://schemas.microsoft.com/office/drawing/2014/main" id="{70D79205-50D9-491C-87FB-5C3222F217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4365104"/>
            <a:ext cx="1217290" cy="1217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15BDF31-0947-44B2-9939-A2B8655C5831}"/>
              </a:ext>
            </a:extLst>
          </p:cNvPr>
          <p:cNvSpPr txBox="1"/>
          <p:nvPr/>
        </p:nvSpPr>
        <p:spPr>
          <a:xfrm>
            <a:off x="6948264" y="558924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ボブが登校</a:t>
            </a:r>
          </a:p>
        </p:txBody>
      </p:sp>
      <p:sp>
        <p:nvSpPr>
          <p:cNvPr id="24" name="矢印: 右 23">
            <a:extLst>
              <a:ext uri="{FF2B5EF4-FFF2-40B4-BE49-F238E27FC236}">
                <a16:creationId xmlns:a16="http://schemas.microsoft.com/office/drawing/2014/main" id="{48F0ACE1-3354-43C6-96F9-C31F69794ED6}"/>
              </a:ext>
            </a:extLst>
          </p:cNvPr>
          <p:cNvSpPr/>
          <p:nvPr/>
        </p:nvSpPr>
        <p:spPr>
          <a:xfrm>
            <a:off x="2051720" y="447311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E939E6AF-8161-4184-B65F-D9D2EEB54B48}"/>
              </a:ext>
            </a:extLst>
          </p:cNvPr>
          <p:cNvSpPr/>
          <p:nvPr/>
        </p:nvSpPr>
        <p:spPr>
          <a:xfrm>
            <a:off x="4139952" y="447311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EDC8BE06-012F-4243-B8B4-836B9E29A70E}"/>
              </a:ext>
            </a:extLst>
          </p:cNvPr>
          <p:cNvSpPr/>
          <p:nvPr/>
        </p:nvSpPr>
        <p:spPr>
          <a:xfrm>
            <a:off x="6372200" y="447311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1 つの角を切り取り 1 つの角を丸める 26">
            <a:extLst>
              <a:ext uri="{FF2B5EF4-FFF2-40B4-BE49-F238E27FC236}">
                <a16:creationId xmlns:a16="http://schemas.microsoft.com/office/drawing/2014/main" id="{DE606042-1ED8-42D3-86CB-35ADAF2EFF83}"/>
              </a:ext>
            </a:extLst>
          </p:cNvPr>
          <p:cNvSpPr/>
          <p:nvPr/>
        </p:nvSpPr>
        <p:spPr>
          <a:xfrm>
            <a:off x="7668344" y="270892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BFDA3092-86B7-4E3D-9ECA-E266C4F9B8AD}"/>
              </a:ext>
            </a:extLst>
          </p:cNvPr>
          <p:cNvSpPr/>
          <p:nvPr/>
        </p:nvSpPr>
        <p:spPr>
          <a:xfrm>
            <a:off x="6228184" y="2701171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C7645021-C87A-4493-A24B-C5AB42B3CBD4}"/>
              </a:ext>
            </a:extLst>
          </p:cNvPr>
          <p:cNvCxnSpPr>
            <a:cxnSpLocks/>
            <a:stCxn id="28" idx="3"/>
            <a:endCxn id="27" idx="2"/>
          </p:cNvCxnSpPr>
          <p:nvPr/>
        </p:nvCxnSpPr>
        <p:spPr>
          <a:xfrm flipV="1">
            <a:off x="7164288" y="2878088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0CD0B9D-7A4E-4CF7-B217-87BE55AD5F9B}"/>
              </a:ext>
            </a:extLst>
          </p:cNvPr>
          <p:cNvCxnSpPr>
            <a:cxnSpLocks/>
            <a:stCxn id="27" idx="1"/>
            <a:endCxn id="8" idx="0"/>
          </p:cNvCxnSpPr>
          <p:nvPr/>
        </p:nvCxnSpPr>
        <p:spPr>
          <a:xfrm rot="5400000">
            <a:off x="7765504" y="3022104"/>
            <a:ext cx="453752" cy="504056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四角形: 1 つの角を切り取り 1 つの角を丸める 32">
            <a:extLst>
              <a:ext uri="{FF2B5EF4-FFF2-40B4-BE49-F238E27FC236}">
                <a16:creationId xmlns:a16="http://schemas.microsoft.com/office/drawing/2014/main" id="{597719C2-D117-40B3-9C56-86FA1F6A2149}"/>
              </a:ext>
            </a:extLst>
          </p:cNvPr>
          <p:cNvSpPr/>
          <p:nvPr/>
        </p:nvSpPr>
        <p:spPr>
          <a:xfrm>
            <a:off x="683568" y="270892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start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81A0E493-F632-428B-8C4A-33635D2C0891}"/>
              </a:ext>
            </a:extLst>
          </p:cNvPr>
          <p:cNvCxnSpPr>
            <a:stCxn id="33" idx="1"/>
            <a:endCxn id="5" idx="0"/>
          </p:cNvCxnSpPr>
          <p:nvPr/>
        </p:nvCxnSpPr>
        <p:spPr>
          <a:xfrm>
            <a:off x="1259632" y="3047256"/>
            <a:ext cx="0" cy="45375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CE97FC71-27D3-4B4C-904B-CF82848D7064}"/>
              </a:ext>
            </a:extLst>
          </p:cNvPr>
          <p:cNvSpPr txBox="1"/>
          <p:nvPr/>
        </p:nvSpPr>
        <p:spPr>
          <a:xfrm>
            <a:off x="1979712" y="270892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歴史改変の起点にする</a:t>
            </a:r>
          </a:p>
        </p:txBody>
      </p:sp>
    </p:spTree>
    <p:extLst>
      <p:ext uri="{BB962C8B-B14F-4D97-AF65-F5344CB8AC3E}">
        <p14:creationId xmlns:p14="http://schemas.microsoft.com/office/powerpoint/2010/main" val="2420504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C0452D4-B00F-4758-84CC-2DBFFC7FD0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3 – Step 4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4A03FA-66A5-464E-BFB5-6C2D7715EC05}"/>
              </a:ext>
            </a:extLst>
          </p:cNvPr>
          <p:cNvSpPr txBox="1"/>
          <p:nvPr/>
        </p:nvSpPr>
        <p:spPr>
          <a:xfrm>
            <a:off x="251520" y="126876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歴史改変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255A9D9-4D3A-4498-8153-F207810EF63A}"/>
              </a:ext>
            </a:extLst>
          </p:cNvPr>
          <p:cNvSpPr txBox="1"/>
          <p:nvPr/>
        </p:nvSpPr>
        <p:spPr>
          <a:xfrm>
            <a:off x="683568" y="1772816"/>
            <a:ext cx="286488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rebase 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i</a:t>
            </a:r>
            <a:r>
              <a:rPr kumimoji="1" lang="en-US" altLang="ja-JP" sz="2000" dirty="0">
                <a:latin typeface="Consolas" panose="020B0609020204030204" pitchFamily="49" charset="0"/>
              </a:rPr>
              <a:t> start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C7BC3085-F323-40B9-AAA7-E7D87702F608}"/>
              </a:ext>
            </a:extLst>
          </p:cNvPr>
          <p:cNvSpPr/>
          <p:nvPr/>
        </p:nvSpPr>
        <p:spPr>
          <a:xfrm>
            <a:off x="971600" y="36450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2D8E0F90-B0B4-4D37-BE82-D68E462E111B}"/>
              </a:ext>
            </a:extLst>
          </p:cNvPr>
          <p:cNvSpPr/>
          <p:nvPr/>
        </p:nvSpPr>
        <p:spPr>
          <a:xfrm>
            <a:off x="3131840" y="36450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B809B50D-9761-4302-AA83-520A390FBC4A}"/>
              </a:ext>
            </a:extLst>
          </p:cNvPr>
          <p:cNvSpPr/>
          <p:nvPr/>
        </p:nvSpPr>
        <p:spPr>
          <a:xfrm>
            <a:off x="5292080" y="36450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53A5B115-AF2C-40E9-B723-0F8C047D3B07}"/>
              </a:ext>
            </a:extLst>
          </p:cNvPr>
          <p:cNvSpPr/>
          <p:nvPr/>
        </p:nvSpPr>
        <p:spPr>
          <a:xfrm>
            <a:off x="7452320" y="3645024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FD1AB05-4CDF-4B5B-94A6-102326636965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1403648" y="3861048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CE22236-7842-4A9C-A1D6-7C18C5594CCB}"/>
              </a:ext>
            </a:extLst>
          </p:cNvPr>
          <p:cNvCxnSpPr>
            <a:stCxn id="6" idx="6"/>
            <a:endCxn id="7" idx="2"/>
          </p:cNvCxnSpPr>
          <p:nvPr/>
        </p:nvCxnSpPr>
        <p:spPr>
          <a:xfrm>
            <a:off x="3563888" y="3861048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BCD37E01-00C7-4DB7-834F-6F8DE29EB4B4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5724128" y="3861048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寝起きのイラスト「爽やかに起きる女性」">
            <a:extLst>
              <a:ext uri="{FF2B5EF4-FFF2-40B4-BE49-F238E27FC236}">
                <a16:creationId xmlns:a16="http://schemas.microsoft.com/office/drawing/2014/main" id="{4DB1E907-9FBF-411A-9506-2566FE612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4437112"/>
            <a:ext cx="808382" cy="824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アイスクリームのイラスト「ラムレーズン」">
            <a:extLst>
              <a:ext uri="{FF2B5EF4-FFF2-40B4-BE49-F238E27FC236}">
                <a16:creationId xmlns:a16="http://schemas.microsoft.com/office/drawing/2014/main" id="{3098834A-75BC-4A1B-9A38-4712AD4D5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4365104"/>
            <a:ext cx="662729" cy="97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アイスのコーンのイラスト（コーン1）">
            <a:extLst>
              <a:ext uri="{FF2B5EF4-FFF2-40B4-BE49-F238E27FC236}">
                <a16:creationId xmlns:a16="http://schemas.microsoft.com/office/drawing/2014/main" id="{2A245324-3658-4A8C-A5B4-34D3D64E5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00000">
            <a:off x="5065132" y="4728758"/>
            <a:ext cx="562712" cy="971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C3E00EAD-D5B8-405D-82DC-F401F1C284D6}"/>
              </a:ext>
            </a:extLst>
          </p:cNvPr>
          <p:cNvCxnSpPr/>
          <p:nvPr/>
        </p:nvCxnSpPr>
        <p:spPr>
          <a:xfrm flipV="1">
            <a:off x="5436096" y="4365104"/>
            <a:ext cx="72008" cy="360040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5636826E-246A-4EC0-8C15-2C4B39BE5039}"/>
              </a:ext>
            </a:extLst>
          </p:cNvPr>
          <p:cNvCxnSpPr>
            <a:cxnSpLocks/>
          </p:cNvCxnSpPr>
          <p:nvPr/>
        </p:nvCxnSpPr>
        <p:spPr>
          <a:xfrm flipV="1">
            <a:off x="5580112" y="4509120"/>
            <a:ext cx="207640" cy="296416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5B96FE0B-CEBB-4066-825A-815B5A45C3F3}"/>
              </a:ext>
            </a:extLst>
          </p:cNvPr>
          <p:cNvCxnSpPr>
            <a:cxnSpLocks/>
          </p:cNvCxnSpPr>
          <p:nvPr/>
        </p:nvCxnSpPr>
        <p:spPr>
          <a:xfrm flipV="1">
            <a:off x="5724128" y="4725144"/>
            <a:ext cx="343272" cy="160784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0" descr="スキップする学生のイラスト（男子）">
            <a:extLst>
              <a:ext uri="{FF2B5EF4-FFF2-40B4-BE49-F238E27FC236}">
                <a16:creationId xmlns:a16="http://schemas.microsoft.com/office/drawing/2014/main" id="{D0C895C2-2275-4C90-B306-91CF50DA02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4509120"/>
            <a:ext cx="1217290" cy="1217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E76778D2-7C4C-49E2-BB35-8EC57B84AEDC}"/>
              </a:ext>
            </a:extLst>
          </p:cNvPr>
          <p:cNvSpPr/>
          <p:nvPr/>
        </p:nvSpPr>
        <p:spPr>
          <a:xfrm>
            <a:off x="1979712" y="4617132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A3A74AD4-54F8-4E3B-B850-F91A480AFFAE}"/>
              </a:ext>
            </a:extLst>
          </p:cNvPr>
          <p:cNvSpPr/>
          <p:nvPr/>
        </p:nvSpPr>
        <p:spPr>
          <a:xfrm>
            <a:off x="4067944" y="4617132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67FE738E-FCF0-4FDB-BE7D-61903E93290D}"/>
              </a:ext>
            </a:extLst>
          </p:cNvPr>
          <p:cNvSpPr/>
          <p:nvPr/>
        </p:nvSpPr>
        <p:spPr>
          <a:xfrm>
            <a:off x="6300192" y="4617132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カーブ 21">
            <a:extLst>
              <a:ext uri="{FF2B5EF4-FFF2-40B4-BE49-F238E27FC236}">
                <a16:creationId xmlns:a16="http://schemas.microsoft.com/office/drawing/2014/main" id="{EE4DA319-1373-4A49-8BF4-CF85CA6D4CC8}"/>
              </a:ext>
            </a:extLst>
          </p:cNvPr>
          <p:cNvSpPr/>
          <p:nvPr/>
        </p:nvSpPr>
        <p:spPr>
          <a:xfrm rot="5400000">
            <a:off x="4680012" y="512676"/>
            <a:ext cx="792088" cy="5328592"/>
          </a:xfrm>
          <a:prstGeom prst="curved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10242" name="Picture 2" descr="歪む時間のイラスト">
            <a:extLst>
              <a:ext uri="{FF2B5EF4-FFF2-40B4-BE49-F238E27FC236}">
                <a16:creationId xmlns:a16="http://schemas.microsoft.com/office/drawing/2014/main" id="{51A04429-65FB-4205-9A3D-2D1562ED0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024" y="2204864"/>
            <a:ext cx="1152128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3286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9D14CE1-CB40-47C6-A6BC-6626F0457D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3 – Step 5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33832AA-31C1-4F42-8B15-3F559A9F1C27}"/>
              </a:ext>
            </a:extLst>
          </p:cNvPr>
          <p:cNvSpPr txBox="1"/>
          <p:nvPr/>
        </p:nvSpPr>
        <p:spPr>
          <a:xfrm>
            <a:off x="251520" y="126876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改変された歴史の確認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F5FE9F1-6435-4F9B-8F64-04E502DC538A}"/>
              </a:ext>
            </a:extLst>
          </p:cNvPr>
          <p:cNvSpPr txBox="1"/>
          <p:nvPr/>
        </p:nvSpPr>
        <p:spPr>
          <a:xfrm>
            <a:off x="755576" y="1916832"/>
            <a:ext cx="2582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89947DE-F6AD-4852-87BF-1FCB499C43A5}"/>
              </a:ext>
            </a:extLst>
          </p:cNvPr>
          <p:cNvSpPr/>
          <p:nvPr/>
        </p:nvSpPr>
        <p:spPr>
          <a:xfrm>
            <a:off x="97160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E9E0D7CC-E30C-42F2-A1A4-55B1B4F48573}"/>
              </a:ext>
            </a:extLst>
          </p:cNvPr>
          <p:cNvSpPr/>
          <p:nvPr/>
        </p:nvSpPr>
        <p:spPr>
          <a:xfrm>
            <a:off x="313184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D31353C7-EA72-4F32-BB0F-A9A4E5DE8D01}"/>
              </a:ext>
            </a:extLst>
          </p:cNvPr>
          <p:cNvSpPr/>
          <p:nvPr/>
        </p:nvSpPr>
        <p:spPr>
          <a:xfrm>
            <a:off x="529208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14B0D699-4263-4D57-BC0D-560500380C47}"/>
              </a:ext>
            </a:extLst>
          </p:cNvPr>
          <p:cNvSpPr/>
          <p:nvPr/>
        </p:nvSpPr>
        <p:spPr>
          <a:xfrm>
            <a:off x="7452320" y="2780928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DA4696A2-EA64-46C7-B189-41B5E7BAAE7C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1403648" y="299695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9E01734-6B9F-4B6A-8181-B6CF5E827B97}"/>
              </a:ext>
            </a:extLst>
          </p:cNvPr>
          <p:cNvCxnSpPr>
            <a:stCxn id="6" idx="6"/>
            <a:endCxn id="7" idx="2"/>
          </p:cNvCxnSpPr>
          <p:nvPr/>
        </p:nvCxnSpPr>
        <p:spPr>
          <a:xfrm>
            <a:off x="3563888" y="299695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79CEAF9-5D72-4A0D-BB8E-1533B28F7E4A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5724128" y="2996952"/>
            <a:ext cx="172819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寝起きのイラスト「爽やかに起きる女性」">
            <a:extLst>
              <a:ext uri="{FF2B5EF4-FFF2-40B4-BE49-F238E27FC236}">
                <a16:creationId xmlns:a16="http://schemas.microsoft.com/office/drawing/2014/main" id="{654A9F25-0816-401B-AB8C-7BFFA6111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3573016"/>
            <a:ext cx="808382" cy="824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寝起きのイラスト「爽やかに起きる男性」">
            <a:extLst>
              <a:ext uri="{FF2B5EF4-FFF2-40B4-BE49-F238E27FC236}">
                <a16:creationId xmlns:a16="http://schemas.microsoft.com/office/drawing/2014/main" id="{B4534FAA-64EC-48B8-ABDD-55A803E85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4509120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ABBB27-640B-40EC-BD83-AD850744DE54}"/>
              </a:ext>
            </a:extLst>
          </p:cNvPr>
          <p:cNvSpPr txBox="1"/>
          <p:nvPr/>
        </p:nvSpPr>
        <p:spPr>
          <a:xfrm>
            <a:off x="395536" y="566124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二人が目を覚ます</a:t>
            </a:r>
          </a:p>
        </p:txBody>
      </p:sp>
      <p:pic>
        <p:nvPicPr>
          <p:cNvPr id="15" name="Picture 6" descr="アイスクリームのイラスト「ラムレーズン」">
            <a:extLst>
              <a:ext uri="{FF2B5EF4-FFF2-40B4-BE49-F238E27FC236}">
                <a16:creationId xmlns:a16="http://schemas.microsoft.com/office/drawing/2014/main" id="{6E9B829F-C186-4820-A312-D033B72B90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3501008"/>
            <a:ext cx="662729" cy="97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5E789AE-C3BB-4FC7-9B58-315552131B4A}"/>
              </a:ext>
            </a:extLst>
          </p:cNvPr>
          <p:cNvSpPr txBox="1"/>
          <p:nvPr/>
        </p:nvSpPr>
        <p:spPr>
          <a:xfrm>
            <a:off x="4427984" y="472514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アイスがまだある</a:t>
            </a:r>
          </a:p>
        </p:txBody>
      </p:sp>
      <p:pic>
        <p:nvPicPr>
          <p:cNvPr id="17" name="Picture 8" descr="アイスのコーンのイラスト（コーン1）">
            <a:extLst>
              <a:ext uri="{FF2B5EF4-FFF2-40B4-BE49-F238E27FC236}">
                <a16:creationId xmlns:a16="http://schemas.microsoft.com/office/drawing/2014/main" id="{3603A56F-3BE9-406A-994F-55867FC6A1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00000">
            <a:off x="7153364" y="3792652"/>
            <a:ext cx="562712" cy="971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5721252A-9196-4CF4-8D40-96F082BDFE37}"/>
              </a:ext>
            </a:extLst>
          </p:cNvPr>
          <p:cNvCxnSpPr/>
          <p:nvPr/>
        </p:nvCxnSpPr>
        <p:spPr>
          <a:xfrm flipV="1">
            <a:off x="7524328" y="3428998"/>
            <a:ext cx="72008" cy="360040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F3FC09F8-520D-4BEE-8D12-DF7CF75D4CDE}"/>
              </a:ext>
            </a:extLst>
          </p:cNvPr>
          <p:cNvCxnSpPr>
            <a:cxnSpLocks/>
          </p:cNvCxnSpPr>
          <p:nvPr/>
        </p:nvCxnSpPr>
        <p:spPr>
          <a:xfrm flipV="1">
            <a:off x="7668344" y="3573014"/>
            <a:ext cx="207640" cy="296416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00ECD-5798-4A60-96B1-5E9411E52D5C}"/>
              </a:ext>
            </a:extLst>
          </p:cNvPr>
          <p:cNvCxnSpPr>
            <a:cxnSpLocks/>
          </p:cNvCxnSpPr>
          <p:nvPr/>
        </p:nvCxnSpPr>
        <p:spPr>
          <a:xfrm flipV="1">
            <a:off x="7812360" y="3789038"/>
            <a:ext cx="343272" cy="160784"/>
          </a:xfrm>
          <a:prstGeom prst="line">
            <a:avLst/>
          </a:prstGeom>
          <a:ln w="76200">
            <a:solidFill>
              <a:srgbClr val="FFFF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92DCBF6-9C96-4775-A8B0-B542D54B3721}"/>
              </a:ext>
            </a:extLst>
          </p:cNvPr>
          <p:cNvSpPr txBox="1"/>
          <p:nvPr/>
        </p:nvSpPr>
        <p:spPr>
          <a:xfrm>
            <a:off x="6587931" y="472514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アイスが消えた</a:t>
            </a:r>
          </a:p>
        </p:txBody>
      </p:sp>
      <p:pic>
        <p:nvPicPr>
          <p:cNvPr id="22" name="Picture 10" descr="スキップする学生のイラスト（男子）">
            <a:extLst>
              <a:ext uri="{FF2B5EF4-FFF2-40B4-BE49-F238E27FC236}">
                <a16:creationId xmlns:a16="http://schemas.microsoft.com/office/drawing/2014/main" id="{2E14EBA7-D3FC-4AD0-ABC5-B2A95E8161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1800" y="3501008"/>
            <a:ext cx="1217290" cy="1217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5B478DA-D614-4A4D-AD5C-838E876D3897}"/>
              </a:ext>
            </a:extLst>
          </p:cNvPr>
          <p:cNvSpPr txBox="1"/>
          <p:nvPr/>
        </p:nvSpPr>
        <p:spPr>
          <a:xfrm>
            <a:off x="2627784" y="472514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ボブが登校</a:t>
            </a:r>
          </a:p>
        </p:txBody>
      </p:sp>
      <p:sp>
        <p:nvSpPr>
          <p:cNvPr id="24" name="矢印: 右 23">
            <a:extLst>
              <a:ext uri="{FF2B5EF4-FFF2-40B4-BE49-F238E27FC236}">
                <a16:creationId xmlns:a16="http://schemas.microsoft.com/office/drawing/2014/main" id="{DE55CADE-8590-428D-BCD6-A75B9F2A5C51}"/>
              </a:ext>
            </a:extLst>
          </p:cNvPr>
          <p:cNvSpPr/>
          <p:nvPr/>
        </p:nvSpPr>
        <p:spPr>
          <a:xfrm>
            <a:off x="1979712" y="375303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22414F2D-E207-420E-8AD9-BF483AE75E61}"/>
              </a:ext>
            </a:extLst>
          </p:cNvPr>
          <p:cNvSpPr/>
          <p:nvPr/>
        </p:nvSpPr>
        <p:spPr>
          <a:xfrm>
            <a:off x="4067944" y="375303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3800263A-68B0-4280-AF73-451A9C61775E}"/>
              </a:ext>
            </a:extLst>
          </p:cNvPr>
          <p:cNvSpPr/>
          <p:nvPr/>
        </p:nvSpPr>
        <p:spPr>
          <a:xfrm>
            <a:off x="6300192" y="3753036"/>
            <a:ext cx="648072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98498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EB086F-3926-4BC0-B1F8-B25938D8FC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1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885C074-6740-4E8C-AF9A-D930CF48814B}"/>
              </a:ext>
            </a:extLst>
          </p:cNvPr>
          <p:cNvSpPr txBox="1"/>
          <p:nvPr/>
        </p:nvSpPr>
        <p:spPr>
          <a:xfrm>
            <a:off x="179512" y="980728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リポジトリのクローン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87747B0-FF34-408C-B184-3CADE18BD14B}"/>
              </a:ext>
            </a:extLst>
          </p:cNvPr>
          <p:cNvSpPr txBox="1"/>
          <p:nvPr/>
        </p:nvSpPr>
        <p:spPr>
          <a:xfrm>
            <a:off x="395536" y="1556792"/>
            <a:ext cx="879599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cd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github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git clone https://github.com/cpss2026-git/rebase-conflict-sample.git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rebase-conflict-sample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5" name="Picture 2" descr="フォルダのイラスト">
            <a:extLst>
              <a:ext uri="{FF2B5EF4-FFF2-40B4-BE49-F238E27FC236}">
                <a16:creationId xmlns:a16="http://schemas.microsoft.com/office/drawing/2014/main" id="{579A77E7-F885-4456-9CE2-FEE329B600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フォルダのイラスト">
            <a:extLst>
              <a:ext uri="{FF2B5EF4-FFF2-40B4-BE49-F238E27FC236}">
                <a16:creationId xmlns:a16="http://schemas.microsoft.com/office/drawing/2014/main" id="{167BFF8E-E612-4154-936A-3EC6DE2D1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53D2A15-0031-4BC7-A00A-1C4021BF026E}"/>
              </a:ext>
            </a:extLst>
          </p:cNvPr>
          <p:cNvSpPr txBox="1"/>
          <p:nvPr/>
        </p:nvSpPr>
        <p:spPr>
          <a:xfrm>
            <a:off x="2915816" y="436510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8" name="Picture 2" descr="家のイラスト7">
            <a:extLst>
              <a:ext uri="{FF2B5EF4-FFF2-40B4-BE49-F238E27FC236}">
                <a16:creationId xmlns:a16="http://schemas.microsoft.com/office/drawing/2014/main" id="{527A4508-C796-41D8-AED5-6D3E716B0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4005064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EE77E3B2-A060-4204-AC41-5146EB0827EE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2465766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2" descr="フォルダのイラスト">
            <a:extLst>
              <a:ext uri="{FF2B5EF4-FFF2-40B4-BE49-F238E27FC236}">
                <a16:creationId xmlns:a16="http://schemas.microsoft.com/office/drawing/2014/main" id="{2FAE48AC-E175-49A5-85B1-51C4E3C38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79A043C6-3DC4-44B5-B3C1-0996ABE29247}"/>
              </a:ext>
            </a:extLst>
          </p:cNvPr>
          <p:cNvCxnSpPr>
            <a:endCxn id="10" idx="1"/>
          </p:cNvCxnSpPr>
          <p:nvPr/>
        </p:nvCxnSpPr>
        <p:spPr>
          <a:xfrm>
            <a:off x="3689902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B651736-A691-4708-A07B-77DFADECC55E}"/>
              </a:ext>
            </a:extLst>
          </p:cNvPr>
          <p:cNvSpPr txBox="1"/>
          <p:nvPr/>
        </p:nvSpPr>
        <p:spPr>
          <a:xfrm>
            <a:off x="3779912" y="4365104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rebase-conflict-sample</a:t>
            </a:r>
            <a:endParaRPr kumimoji="1" lang="ja-JP" altLang="en-US" dirty="0"/>
          </a:p>
        </p:txBody>
      </p:sp>
      <p:pic>
        <p:nvPicPr>
          <p:cNvPr id="13" name="Picture 4">
            <a:extLst>
              <a:ext uri="{FF2B5EF4-FFF2-40B4-BE49-F238E27FC236}">
                <a16:creationId xmlns:a16="http://schemas.microsoft.com/office/drawing/2014/main" id="{5250CC46-F46D-442B-A648-1629F5867D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4005064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手を上げている男の子のイラスト">
            <a:extLst>
              <a:ext uri="{FF2B5EF4-FFF2-40B4-BE49-F238E27FC236}">
                <a16:creationId xmlns:a16="http://schemas.microsoft.com/office/drawing/2014/main" id="{F8473B16-C69A-4FD3-B0F5-C42F4904D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3284984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D5D9BFB-CE8D-4E20-96CF-62D0800A1DC6}"/>
              </a:ext>
            </a:extLst>
          </p:cNvPr>
          <p:cNvSpPr txBox="1"/>
          <p:nvPr/>
        </p:nvSpPr>
        <p:spPr>
          <a:xfrm>
            <a:off x="4860032" y="3284984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ここがカレントディレクトリに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93659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ABF1273-7DC4-442C-8AB3-D33D5E0EB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2</a:t>
            </a:r>
            <a:endParaRPr kumimoji="1" lang="ja-JP" altLang="en-US" dirty="0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89BA0C79-BAF9-4F83-841A-1E1BF31856AE}"/>
              </a:ext>
            </a:extLst>
          </p:cNvPr>
          <p:cNvSpPr/>
          <p:nvPr/>
        </p:nvSpPr>
        <p:spPr>
          <a:xfrm>
            <a:off x="1691680" y="516618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4">
            <a:extLst>
              <a:ext uri="{FF2B5EF4-FFF2-40B4-BE49-F238E27FC236}">
                <a16:creationId xmlns:a16="http://schemas.microsoft.com/office/drawing/2014/main" id="{C35950EC-20B6-4FFF-8A8B-DA6921B97350}"/>
              </a:ext>
            </a:extLst>
          </p:cNvPr>
          <p:cNvSpPr/>
          <p:nvPr/>
        </p:nvSpPr>
        <p:spPr>
          <a:xfrm>
            <a:off x="2483768" y="462600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84DC334-8C66-4860-AA43-FFBB4FBBC606}"/>
              </a:ext>
            </a:extLst>
          </p:cNvPr>
          <p:cNvSpPr/>
          <p:nvPr/>
        </p:nvSpPr>
        <p:spPr>
          <a:xfrm>
            <a:off x="3563888" y="462600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4">
            <a:extLst>
              <a:ext uri="{FF2B5EF4-FFF2-40B4-BE49-F238E27FC236}">
                <a16:creationId xmlns:a16="http://schemas.microsoft.com/office/drawing/2014/main" id="{425619CD-3507-4268-B7DB-D55538A04797}"/>
              </a:ext>
            </a:extLst>
          </p:cNvPr>
          <p:cNvSpPr/>
          <p:nvPr/>
        </p:nvSpPr>
        <p:spPr>
          <a:xfrm>
            <a:off x="2483768" y="566124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4">
            <a:extLst>
              <a:ext uri="{FF2B5EF4-FFF2-40B4-BE49-F238E27FC236}">
                <a16:creationId xmlns:a16="http://schemas.microsoft.com/office/drawing/2014/main" id="{A0D014F0-A687-4BCC-905E-F476CD0D78C7}"/>
              </a:ext>
            </a:extLst>
          </p:cNvPr>
          <p:cNvSpPr/>
          <p:nvPr/>
        </p:nvSpPr>
        <p:spPr>
          <a:xfrm>
            <a:off x="3563888" y="566124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4543F34-BDEC-4C9D-BD86-60B626410ACD}"/>
              </a:ext>
            </a:extLst>
          </p:cNvPr>
          <p:cNvCxnSpPr>
            <a:cxnSpLocks/>
            <a:stCxn id="3" idx="7"/>
            <a:endCxn id="4" idx="3"/>
          </p:cNvCxnSpPr>
          <p:nvPr/>
        </p:nvCxnSpPr>
        <p:spPr>
          <a:xfrm flipV="1">
            <a:off x="1937531" y="4871856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310F04C1-586A-44B9-A40B-52D90F8532F6}"/>
              </a:ext>
            </a:extLst>
          </p:cNvPr>
          <p:cNvCxnSpPr>
            <a:cxnSpLocks/>
            <a:stCxn id="3" idx="5"/>
            <a:endCxn id="6" idx="1"/>
          </p:cNvCxnSpPr>
          <p:nvPr/>
        </p:nvCxnSpPr>
        <p:spPr>
          <a:xfrm>
            <a:off x="1937531" y="5412033"/>
            <a:ext cx="588418" cy="29139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C444944-A2FB-48CB-9A03-A569C52A67CC}"/>
              </a:ext>
            </a:extLst>
          </p:cNvPr>
          <p:cNvCxnSpPr>
            <a:cxnSpLocks/>
            <a:stCxn id="4" idx="6"/>
            <a:endCxn id="5" idx="2"/>
          </p:cNvCxnSpPr>
          <p:nvPr/>
        </p:nvCxnSpPr>
        <p:spPr>
          <a:xfrm>
            <a:off x="2771800" y="4770021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7168957E-7017-48DD-AE86-6395D2D5D076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2771800" y="5805264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15">
            <a:extLst>
              <a:ext uri="{FF2B5EF4-FFF2-40B4-BE49-F238E27FC236}">
                <a16:creationId xmlns:a16="http://schemas.microsoft.com/office/drawing/2014/main" id="{21DAEC0C-8A26-4A8E-9284-5F3A4D83EAA5}"/>
              </a:ext>
            </a:extLst>
          </p:cNvPr>
          <p:cNvSpPr/>
          <p:nvPr/>
        </p:nvSpPr>
        <p:spPr>
          <a:xfrm>
            <a:off x="4644008" y="463763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547FAFB8-C44E-461F-A467-12E3EB7A59C5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3851920" y="4781654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17">
            <a:extLst>
              <a:ext uri="{FF2B5EF4-FFF2-40B4-BE49-F238E27FC236}">
                <a16:creationId xmlns:a16="http://schemas.microsoft.com/office/drawing/2014/main" id="{0022A559-0FF6-4DCC-958A-A8FAB1E2E490}"/>
              </a:ext>
            </a:extLst>
          </p:cNvPr>
          <p:cNvSpPr/>
          <p:nvPr/>
        </p:nvSpPr>
        <p:spPr>
          <a:xfrm>
            <a:off x="4644008" y="566124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6A152F47-D28D-4398-A8B3-C305AA822A9A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3851920" y="5805264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四角形: 1 つの角を切り取り 1 つの角を丸める 19">
            <a:extLst>
              <a:ext uri="{FF2B5EF4-FFF2-40B4-BE49-F238E27FC236}">
                <a16:creationId xmlns:a16="http://schemas.microsoft.com/office/drawing/2014/main" id="{A1ABAB55-D4DD-463E-BCA6-9BAC9C1A95D7}"/>
              </a:ext>
            </a:extLst>
          </p:cNvPr>
          <p:cNvSpPr/>
          <p:nvPr/>
        </p:nvSpPr>
        <p:spPr>
          <a:xfrm>
            <a:off x="4211960" y="393305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A6F2F4E4-6414-4937-8EEF-A8659F8C6421}"/>
              </a:ext>
            </a:extLst>
          </p:cNvPr>
          <p:cNvSpPr/>
          <p:nvPr/>
        </p:nvSpPr>
        <p:spPr>
          <a:xfrm>
            <a:off x="2771800" y="6309320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7E828F78-5D28-4AA8-AE26-3E490C222D20}"/>
              </a:ext>
            </a:extLst>
          </p:cNvPr>
          <p:cNvCxnSpPr>
            <a:cxnSpLocks/>
            <a:stCxn id="21" idx="3"/>
          </p:cNvCxnSpPr>
          <p:nvPr/>
        </p:nvCxnSpPr>
        <p:spPr>
          <a:xfrm flipV="1">
            <a:off x="3707904" y="6486237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D9D05FF8-4591-40BB-8BAD-8A3C5C011DE9}"/>
              </a:ext>
            </a:extLst>
          </p:cNvPr>
          <p:cNvCxnSpPr>
            <a:stCxn id="20" idx="1"/>
            <a:endCxn id="16" idx="0"/>
          </p:cNvCxnSpPr>
          <p:nvPr/>
        </p:nvCxnSpPr>
        <p:spPr>
          <a:xfrm>
            <a:off x="4788024" y="4271392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四角形: 1 つの角を切り取り 1 つの角を丸める 24">
            <a:extLst>
              <a:ext uri="{FF2B5EF4-FFF2-40B4-BE49-F238E27FC236}">
                <a16:creationId xmlns:a16="http://schemas.microsoft.com/office/drawing/2014/main" id="{C00EB0EC-D690-4A4C-B830-3E0ADA9F97AE}"/>
              </a:ext>
            </a:extLst>
          </p:cNvPr>
          <p:cNvSpPr/>
          <p:nvPr/>
        </p:nvSpPr>
        <p:spPr>
          <a:xfrm>
            <a:off x="4211960" y="630932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D79449F2-0071-4BAB-A15F-EF7A5C0F31BA}"/>
              </a:ext>
            </a:extLst>
          </p:cNvPr>
          <p:cNvCxnSpPr>
            <a:stCxn id="25" idx="3"/>
            <a:endCxn id="18" idx="4"/>
          </p:cNvCxnSpPr>
          <p:nvPr/>
        </p:nvCxnSpPr>
        <p:spPr>
          <a:xfrm flipV="1">
            <a:off x="4788024" y="5949280"/>
            <a:ext cx="0" cy="36004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四角形: 1 つの角を切り取り 1 つの角を丸める 27">
            <a:extLst>
              <a:ext uri="{FF2B5EF4-FFF2-40B4-BE49-F238E27FC236}">
                <a16:creationId xmlns:a16="http://schemas.microsoft.com/office/drawing/2014/main" id="{B3D4B9F0-EC0C-4C0C-B045-0FF64E5EDADA}"/>
              </a:ext>
            </a:extLst>
          </p:cNvPr>
          <p:cNvSpPr/>
          <p:nvPr/>
        </p:nvSpPr>
        <p:spPr>
          <a:xfrm>
            <a:off x="5940152" y="5661248"/>
            <a:ext cx="2088232" cy="288032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B7D36B2-6BF3-4121-AD25-DB0E114DF54A}"/>
              </a:ext>
            </a:extLst>
          </p:cNvPr>
          <p:cNvSpPr txBox="1"/>
          <p:nvPr/>
        </p:nvSpPr>
        <p:spPr>
          <a:xfrm>
            <a:off x="251520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ブランチの準備</a:t>
            </a:r>
            <a:endParaRPr kumimoji="1" lang="ja-JP" altLang="en-US" sz="2400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A4B128E-9338-461E-BF98-0CAA2514CF2F}"/>
              </a:ext>
            </a:extLst>
          </p:cNvPr>
          <p:cNvSpPr txBox="1"/>
          <p:nvPr/>
        </p:nvSpPr>
        <p:spPr>
          <a:xfrm>
            <a:off x="755576" y="1916832"/>
            <a:ext cx="498085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switch -c branch origin/branch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71C684F8-F513-42F4-82EC-BACD29E5DD60}"/>
              </a:ext>
            </a:extLst>
          </p:cNvPr>
          <p:cNvCxnSpPr>
            <a:stCxn id="28" idx="2"/>
            <a:endCxn id="18" idx="6"/>
          </p:cNvCxnSpPr>
          <p:nvPr/>
        </p:nvCxnSpPr>
        <p:spPr>
          <a:xfrm flipH="1">
            <a:off x="4932040" y="5805264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B750541-7DAC-43B8-988D-15AB7E12B1C1}"/>
              </a:ext>
            </a:extLst>
          </p:cNvPr>
          <p:cNvSpPr txBox="1"/>
          <p:nvPr/>
        </p:nvSpPr>
        <p:spPr>
          <a:xfrm>
            <a:off x="1403648" y="2636912"/>
            <a:ext cx="6840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origin/branch</a:t>
            </a:r>
            <a:r>
              <a:rPr kumimoji="1" lang="ja-JP" altLang="en-US" dirty="0"/>
              <a:t>の指すコミットに</a:t>
            </a:r>
            <a:r>
              <a:rPr kumimoji="1" lang="en-US" altLang="ja-JP" dirty="0"/>
              <a:t>branch</a:t>
            </a:r>
            <a:r>
              <a:rPr kumimoji="1" lang="ja-JP" altLang="en-US" dirty="0"/>
              <a:t>というブランチを作成し、</a:t>
            </a:r>
            <a:endParaRPr kumimoji="1" lang="en-US" altLang="ja-JP" dirty="0"/>
          </a:p>
          <a:p>
            <a:r>
              <a:rPr lang="ja-JP" altLang="en-US" dirty="0"/>
              <a:t>カレントブランチをそこへ移動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516682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B13F094-AEFE-416C-9D53-6168D973A6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3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D935949-96AD-4CAE-89BD-F025E5B9A932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歴史の確認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C90E0C-2634-412B-BFA5-DCEA1E9D186D}"/>
              </a:ext>
            </a:extLst>
          </p:cNvPr>
          <p:cNvSpPr txBox="1"/>
          <p:nvPr/>
        </p:nvSpPr>
        <p:spPr>
          <a:xfrm>
            <a:off x="755576" y="1916832"/>
            <a:ext cx="45576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--all --graph --oneline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4D208BEB-480C-4F6A-AEAE-0272A1ACD392}"/>
              </a:ext>
            </a:extLst>
          </p:cNvPr>
          <p:cNvSpPr/>
          <p:nvPr/>
        </p:nvSpPr>
        <p:spPr>
          <a:xfrm>
            <a:off x="1691680" y="402955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4">
            <a:extLst>
              <a:ext uri="{FF2B5EF4-FFF2-40B4-BE49-F238E27FC236}">
                <a16:creationId xmlns:a16="http://schemas.microsoft.com/office/drawing/2014/main" id="{7B11EF36-7CFD-4FA4-8992-B6005C3E1F3B}"/>
              </a:ext>
            </a:extLst>
          </p:cNvPr>
          <p:cNvSpPr/>
          <p:nvPr/>
        </p:nvSpPr>
        <p:spPr>
          <a:xfrm>
            <a:off x="2483768" y="348937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21F3025B-7535-49F3-B802-FFE1E767B130}"/>
              </a:ext>
            </a:extLst>
          </p:cNvPr>
          <p:cNvSpPr/>
          <p:nvPr/>
        </p:nvSpPr>
        <p:spPr>
          <a:xfrm>
            <a:off x="3563888" y="348937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4">
            <a:extLst>
              <a:ext uri="{FF2B5EF4-FFF2-40B4-BE49-F238E27FC236}">
                <a16:creationId xmlns:a16="http://schemas.microsoft.com/office/drawing/2014/main" id="{19F7A7FF-AA52-43C6-A157-371A633059D9}"/>
              </a:ext>
            </a:extLst>
          </p:cNvPr>
          <p:cNvSpPr/>
          <p:nvPr/>
        </p:nvSpPr>
        <p:spPr>
          <a:xfrm>
            <a:off x="2483768" y="452461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4">
            <a:extLst>
              <a:ext uri="{FF2B5EF4-FFF2-40B4-BE49-F238E27FC236}">
                <a16:creationId xmlns:a16="http://schemas.microsoft.com/office/drawing/2014/main" id="{2B660244-C0ED-43C8-BAC4-85252DBEB3BC}"/>
              </a:ext>
            </a:extLst>
          </p:cNvPr>
          <p:cNvSpPr/>
          <p:nvPr/>
        </p:nvSpPr>
        <p:spPr>
          <a:xfrm>
            <a:off x="3563888" y="452461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B7E28858-F054-4600-BBC8-DEB0411D4B9A}"/>
              </a:ext>
            </a:extLst>
          </p:cNvPr>
          <p:cNvCxnSpPr>
            <a:cxnSpLocks/>
            <a:stCxn id="5" idx="7"/>
            <a:endCxn id="6" idx="3"/>
          </p:cNvCxnSpPr>
          <p:nvPr/>
        </p:nvCxnSpPr>
        <p:spPr>
          <a:xfrm flipV="1">
            <a:off x="1937531" y="3735226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80BAF17-DEED-4819-BCEB-D0EEBEB24584}"/>
              </a:ext>
            </a:extLst>
          </p:cNvPr>
          <p:cNvCxnSpPr>
            <a:cxnSpLocks/>
            <a:stCxn id="5" idx="5"/>
            <a:endCxn id="8" idx="1"/>
          </p:cNvCxnSpPr>
          <p:nvPr/>
        </p:nvCxnSpPr>
        <p:spPr>
          <a:xfrm>
            <a:off x="1937531" y="4275403"/>
            <a:ext cx="588418" cy="29139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7728ADF-2453-4EBC-86C5-935465D5CE0D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2771800" y="3633391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5128F82-0E74-4058-A8A1-822EC6E5AA1D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2771800" y="4668634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AFA6F49E-A65A-4873-8C16-37B8FA780CA2}"/>
              </a:ext>
            </a:extLst>
          </p:cNvPr>
          <p:cNvSpPr/>
          <p:nvPr/>
        </p:nvSpPr>
        <p:spPr>
          <a:xfrm>
            <a:off x="4644008" y="350100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5691CFF5-6205-4C5D-8A89-40DE9E0B8C49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3851920" y="3645024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15">
            <a:extLst>
              <a:ext uri="{FF2B5EF4-FFF2-40B4-BE49-F238E27FC236}">
                <a16:creationId xmlns:a16="http://schemas.microsoft.com/office/drawing/2014/main" id="{20C7B672-6E86-41E5-9368-9CC248FE58A2}"/>
              </a:ext>
            </a:extLst>
          </p:cNvPr>
          <p:cNvSpPr/>
          <p:nvPr/>
        </p:nvSpPr>
        <p:spPr>
          <a:xfrm>
            <a:off x="4644008" y="452461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602801EF-C52F-452D-BFD5-9A6A41D1D3DC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3851920" y="4668634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四角形: 1 つの角を切り取り 1 つの角を丸める 17">
            <a:extLst>
              <a:ext uri="{FF2B5EF4-FFF2-40B4-BE49-F238E27FC236}">
                <a16:creationId xmlns:a16="http://schemas.microsoft.com/office/drawing/2014/main" id="{FC15C50D-7EEE-4B01-AFEE-E9AE5E8B1CD5}"/>
              </a:ext>
            </a:extLst>
          </p:cNvPr>
          <p:cNvSpPr/>
          <p:nvPr/>
        </p:nvSpPr>
        <p:spPr>
          <a:xfrm>
            <a:off x="4211960" y="279642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A64ECB4-039E-4781-A2C0-DF0A41E39D32}"/>
              </a:ext>
            </a:extLst>
          </p:cNvPr>
          <p:cNvSpPr/>
          <p:nvPr/>
        </p:nvSpPr>
        <p:spPr>
          <a:xfrm>
            <a:off x="5757391" y="3140968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48BC6403-7CC0-45AE-A898-D5E5026ADB25}"/>
              </a:ext>
            </a:extLst>
          </p:cNvPr>
          <p:cNvCxnSpPr>
            <a:stCxn id="18" idx="1"/>
            <a:endCxn id="14" idx="0"/>
          </p:cNvCxnSpPr>
          <p:nvPr/>
        </p:nvCxnSpPr>
        <p:spPr>
          <a:xfrm>
            <a:off x="4788024" y="3134762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四角形: 1 つの角を切り取り 1 つの角を丸める 21">
            <a:extLst>
              <a:ext uri="{FF2B5EF4-FFF2-40B4-BE49-F238E27FC236}">
                <a16:creationId xmlns:a16="http://schemas.microsoft.com/office/drawing/2014/main" id="{389F3F70-4BFA-49DA-8684-19205BD6D51E}"/>
              </a:ext>
            </a:extLst>
          </p:cNvPr>
          <p:cNvSpPr/>
          <p:nvPr/>
        </p:nvSpPr>
        <p:spPr>
          <a:xfrm>
            <a:off x="5652120" y="378904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1C7035B3-ABD0-490F-8B11-7845AF284A8C}"/>
              </a:ext>
            </a:extLst>
          </p:cNvPr>
          <p:cNvCxnSpPr>
            <a:cxnSpLocks/>
            <a:stCxn id="19" idx="2"/>
            <a:endCxn id="22" idx="3"/>
          </p:cNvCxnSpPr>
          <p:nvPr/>
        </p:nvCxnSpPr>
        <p:spPr>
          <a:xfrm>
            <a:off x="6225443" y="3501008"/>
            <a:ext cx="2741" cy="28803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F24F663F-DBFB-4D43-904E-7A33F1D1BF30}"/>
              </a:ext>
            </a:extLst>
          </p:cNvPr>
          <p:cNvCxnSpPr>
            <a:stCxn id="22" idx="1"/>
            <a:endCxn id="16" idx="6"/>
          </p:cNvCxnSpPr>
          <p:nvPr/>
        </p:nvCxnSpPr>
        <p:spPr>
          <a:xfrm rot="5400000">
            <a:off x="5309483" y="3749933"/>
            <a:ext cx="541258" cy="1296144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6D16F586-716F-403C-B6D0-F0416584073F}"/>
              </a:ext>
            </a:extLst>
          </p:cNvPr>
          <p:cNvSpPr txBox="1"/>
          <p:nvPr/>
        </p:nvSpPr>
        <p:spPr>
          <a:xfrm>
            <a:off x="2411760" y="378904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45986422-2DD1-4E68-99F4-F94EC0137A90}"/>
              </a:ext>
            </a:extLst>
          </p:cNvPr>
          <p:cNvSpPr txBox="1"/>
          <p:nvPr/>
        </p:nvSpPr>
        <p:spPr>
          <a:xfrm>
            <a:off x="3491880" y="378904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FA38294E-A70D-4D96-B2AF-E681942A9946}"/>
              </a:ext>
            </a:extLst>
          </p:cNvPr>
          <p:cNvSpPr txBox="1"/>
          <p:nvPr/>
        </p:nvSpPr>
        <p:spPr>
          <a:xfrm>
            <a:off x="4566108" y="378904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1C60165F-98A3-4319-A9AB-3514251BDF47}"/>
              </a:ext>
            </a:extLst>
          </p:cNvPr>
          <p:cNvSpPr txBox="1"/>
          <p:nvPr/>
        </p:nvSpPr>
        <p:spPr>
          <a:xfrm>
            <a:off x="2411760" y="479715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AA269FD-3C04-4119-A402-CD99898C974B}"/>
              </a:ext>
            </a:extLst>
          </p:cNvPr>
          <p:cNvSpPr txBox="1"/>
          <p:nvPr/>
        </p:nvSpPr>
        <p:spPr>
          <a:xfrm>
            <a:off x="3491880" y="479715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66044F39-5773-471C-8CA9-0D3FC6ABF4CF}"/>
              </a:ext>
            </a:extLst>
          </p:cNvPr>
          <p:cNvSpPr txBox="1"/>
          <p:nvPr/>
        </p:nvSpPr>
        <p:spPr>
          <a:xfrm>
            <a:off x="4566108" y="479715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126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54DE5B5-636A-4BBC-8483-BEC722038D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4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A463251-95E4-47EC-8E90-F69268A0930E}"/>
              </a:ext>
            </a:extLst>
          </p:cNvPr>
          <p:cNvSpPr txBox="1"/>
          <p:nvPr/>
        </p:nvSpPr>
        <p:spPr>
          <a:xfrm>
            <a:off x="251520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リベースの実行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679B86F-6C5A-4A63-91B3-88119351A041}"/>
              </a:ext>
            </a:extLst>
          </p:cNvPr>
          <p:cNvSpPr txBox="1"/>
          <p:nvPr/>
        </p:nvSpPr>
        <p:spPr>
          <a:xfrm>
            <a:off x="755576" y="1916832"/>
            <a:ext cx="230063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rebase main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9" name="楕円 4">
            <a:extLst>
              <a:ext uri="{FF2B5EF4-FFF2-40B4-BE49-F238E27FC236}">
                <a16:creationId xmlns:a16="http://schemas.microsoft.com/office/drawing/2014/main" id="{A559AC73-66D2-43B7-930E-24998C9C91C6}"/>
              </a:ext>
            </a:extLst>
          </p:cNvPr>
          <p:cNvSpPr/>
          <p:nvPr/>
        </p:nvSpPr>
        <p:spPr>
          <a:xfrm>
            <a:off x="1043608" y="453360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4">
            <a:extLst>
              <a:ext uri="{FF2B5EF4-FFF2-40B4-BE49-F238E27FC236}">
                <a16:creationId xmlns:a16="http://schemas.microsoft.com/office/drawing/2014/main" id="{178B3778-2C75-4C5B-8226-5C797B81D1D4}"/>
              </a:ext>
            </a:extLst>
          </p:cNvPr>
          <p:cNvSpPr/>
          <p:nvPr/>
        </p:nvSpPr>
        <p:spPr>
          <a:xfrm>
            <a:off x="1835696" y="399343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AD557F1A-7ACF-453D-9C6C-9D04E5CDCF76}"/>
              </a:ext>
            </a:extLst>
          </p:cNvPr>
          <p:cNvSpPr/>
          <p:nvPr/>
        </p:nvSpPr>
        <p:spPr>
          <a:xfrm>
            <a:off x="2915816" y="399343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4">
            <a:extLst>
              <a:ext uri="{FF2B5EF4-FFF2-40B4-BE49-F238E27FC236}">
                <a16:creationId xmlns:a16="http://schemas.microsoft.com/office/drawing/2014/main" id="{2668A18D-86CA-44D0-8A70-36CB2ED44079}"/>
              </a:ext>
            </a:extLst>
          </p:cNvPr>
          <p:cNvSpPr/>
          <p:nvPr/>
        </p:nvSpPr>
        <p:spPr>
          <a:xfrm>
            <a:off x="1835696" y="502867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楕円 4">
            <a:extLst>
              <a:ext uri="{FF2B5EF4-FFF2-40B4-BE49-F238E27FC236}">
                <a16:creationId xmlns:a16="http://schemas.microsoft.com/office/drawing/2014/main" id="{FA496374-E45C-4AC3-9FE4-9EE832B3A6D1}"/>
              </a:ext>
            </a:extLst>
          </p:cNvPr>
          <p:cNvSpPr/>
          <p:nvPr/>
        </p:nvSpPr>
        <p:spPr>
          <a:xfrm>
            <a:off x="2915816" y="502867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6F789ED1-E4CB-486B-B332-20E30F5E049B}"/>
              </a:ext>
            </a:extLst>
          </p:cNvPr>
          <p:cNvCxnSpPr>
            <a:cxnSpLocks/>
            <a:stCxn id="9" idx="7"/>
            <a:endCxn id="10" idx="3"/>
          </p:cNvCxnSpPr>
          <p:nvPr/>
        </p:nvCxnSpPr>
        <p:spPr>
          <a:xfrm flipV="1">
            <a:off x="1289459" y="4239282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6C152ED3-86C9-44E3-A43B-41B0F0B5ED48}"/>
              </a:ext>
            </a:extLst>
          </p:cNvPr>
          <p:cNvCxnSpPr>
            <a:cxnSpLocks/>
            <a:stCxn id="9" idx="5"/>
            <a:endCxn id="12" idx="1"/>
          </p:cNvCxnSpPr>
          <p:nvPr/>
        </p:nvCxnSpPr>
        <p:spPr>
          <a:xfrm>
            <a:off x="1289459" y="4779459"/>
            <a:ext cx="588418" cy="29139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CFB9829E-4D9F-4597-B3A5-EB7C9C566B1F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>
            <a:off x="2123728" y="4137447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7C9FB920-155E-43B5-86D5-D95EAF9EFFEB}"/>
              </a:ext>
            </a:extLst>
          </p:cNvPr>
          <p:cNvCxnSpPr>
            <a:cxnSpLocks/>
            <a:stCxn id="12" idx="6"/>
            <a:endCxn id="13" idx="2"/>
          </p:cNvCxnSpPr>
          <p:nvPr/>
        </p:nvCxnSpPr>
        <p:spPr>
          <a:xfrm>
            <a:off x="2123728" y="517269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17">
            <a:extLst>
              <a:ext uri="{FF2B5EF4-FFF2-40B4-BE49-F238E27FC236}">
                <a16:creationId xmlns:a16="http://schemas.microsoft.com/office/drawing/2014/main" id="{7C79FF5C-3E25-4ED5-AB93-7707CE707D58}"/>
              </a:ext>
            </a:extLst>
          </p:cNvPr>
          <p:cNvSpPr/>
          <p:nvPr/>
        </p:nvSpPr>
        <p:spPr>
          <a:xfrm>
            <a:off x="399593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A16B7592-5FE8-418A-94F3-FC354EA9391D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3203848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19">
            <a:extLst>
              <a:ext uri="{FF2B5EF4-FFF2-40B4-BE49-F238E27FC236}">
                <a16:creationId xmlns:a16="http://schemas.microsoft.com/office/drawing/2014/main" id="{CF1276CD-ED15-4D57-9DBB-A24F10597666}"/>
              </a:ext>
            </a:extLst>
          </p:cNvPr>
          <p:cNvSpPr/>
          <p:nvPr/>
        </p:nvSpPr>
        <p:spPr>
          <a:xfrm>
            <a:off x="3995936" y="502867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95411B27-7AD7-4EB7-A6C8-83657C640E4A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3203848" y="517269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四角形: 1 つの角を切り取り 1 つの角を丸める 21">
            <a:extLst>
              <a:ext uri="{FF2B5EF4-FFF2-40B4-BE49-F238E27FC236}">
                <a16:creationId xmlns:a16="http://schemas.microsoft.com/office/drawing/2014/main" id="{524DB812-6C69-4701-BE36-ACA0F34A385D}"/>
              </a:ext>
            </a:extLst>
          </p:cNvPr>
          <p:cNvSpPr/>
          <p:nvPr/>
        </p:nvSpPr>
        <p:spPr>
          <a:xfrm>
            <a:off x="3563888" y="330048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F21E88F4-BBE5-4FD0-B8F8-85F0924A8C26}"/>
              </a:ext>
            </a:extLst>
          </p:cNvPr>
          <p:cNvSpPr/>
          <p:nvPr/>
        </p:nvSpPr>
        <p:spPr>
          <a:xfrm>
            <a:off x="2123728" y="5676746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388624A3-3F5A-4F7E-8205-1B9BD3A3063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3059832" y="5853663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1C9DC99-C63F-4A10-A962-19CD30586635}"/>
              </a:ext>
            </a:extLst>
          </p:cNvPr>
          <p:cNvCxnSpPr>
            <a:stCxn id="22" idx="1"/>
            <a:endCxn id="18" idx="0"/>
          </p:cNvCxnSpPr>
          <p:nvPr/>
        </p:nvCxnSpPr>
        <p:spPr>
          <a:xfrm>
            <a:off x="4139952" y="3638818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四角形: 1 つの角を切り取り 1 つの角を丸める 25">
            <a:extLst>
              <a:ext uri="{FF2B5EF4-FFF2-40B4-BE49-F238E27FC236}">
                <a16:creationId xmlns:a16="http://schemas.microsoft.com/office/drawing/2014/main" id="{0EF85002-046D-4AAB-93D9-A51C613EACCF}"/>
              </a:ext>
            </a:extLst>
          </p:cNvPr>
          <p:cNvSpPr/>
          <p:nvPr/>
        </p:nvSpPr>
        <p:spPr>
          <a:xfrm>
            <a:off x="3563888" y="5676746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51003051-8427-433B-AA62-81F6A7993837}"/>
              </a:ext>
            </a:extLst>
          </p:cNvPr>
          <p:cNvCxnSpPr>
            <a:stCxn id="26" idx="3"/>
            <a:endCxn id="20" idx="4"/>
          </p:cNvCxnSpPr>
          <p:nvPr/>
        </p:nvCxnSpPr>
        <p:spPr>
          <a:xfrm flipV="1">
            <a:off x="4139952" y="5316706"/>
            <a:ext cx="0" cy="36004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楕円 4">
            <a:extLst>
              <a:ext uri="{FF2B5EF4-FFF2-40B4-BE49-F238E27FC236}">
                <a16:creationId xmlns:a16="http://schemas.microsoft.com/office/drawing/2014/main" id="{96756DAC-CE94-4DA1-8730-A5C0B0071C44}"/>
              </a:ext>
            </a:extLst>
          </p:cNvPr>
          <p:cNvSpPr/>
          <p:nvPr/>
        </p:nvSpPr>
        <p:spPr>
          <a:xfrm>
            <a:off x="5004048" y="4005064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楕円 4">
            <a:extLst>
              <a:ext uri="{FF2B5EF4-FFF2-40B4-BE49-F238E27FC236}">
                <a16:creationId xmlns:a16="http://schemas.microsoft.com/office/drawing/2014/main" id="{948ECFA3-AA2A-444A-B811-F2DAD2792A46}"/>
              </a:ext>
            </a:extLst>
          </p:cNvPr>
          <p:cNvSpPr/>
          <p:nvPr/>
        </p:nvSpPr>
        <p:spPr>
          <a:xfrm>
            <a:off x="6084168" y="4005064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03DC0A3C-2AD5-4609-80BE-D56C3B1447EF}"/>
              </a:ext>
            </a:extLst>
          </p:cNvPr>
          <p:cNvCxnSpPr>
            <a:cxnSpLocks/>
            <a:stCxn id="30" idx="6"/>
            <a:endCxn id="31" idx="2"/>
          </p:cNvCxnSpPr>
          <p:nvPr/>
        </p:nvCxnSpPr>
        <p:spPr>
          <a:xfrm>
            <a:off x="5292080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楕円 32">
            <a:extLst>
              <a:ext uri="{FF2B5EF4-FFF2-40B4-BE49-F238E27FC236}">
                <a16:creationId xmlns:a16="http://schemas.microsoft.com/office/drawing/2014/main" id="{98D76B0A-3C99-4284-99C7-12D1FD73CCB1}"/>
              </a:ext>
            </a:extLst>
          </p:cNvPr>
          <p:cNvSpPr/>
          <p:nvPr/>
        </p:nvSpPr>
        <p:spPr>
          <a:xfrm>
            <a:off x="7164288" y="4005064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0890A98B-3666-4E2B-B4CD-1393E31922FF}"/>
              </a:ext>
            </a:extLst>
          </p:cNvPr>
          <p:cNvCxnSpPr>
            <a:cxnSpLocks/>
            <a:endCxn id="33" idx="2"/>
          </p:cNvCxnSpPr>
          <p:nvPr/>
        </p:nvCxnSpPr>
        <p:spPr>
          <a:xfrm>
            <a:off x="6372200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66301AA4-1AC8-4ED9-BA05-D5DE1DC67D32}"/>
              </a:ext>
            </a:extLst>
          </p:cNvPr>
          <p:cNvCxnSpPr>
            <a:cxnSpLocks/>
            <a:stCxn id="18" idx="6"/>
            <a:endCxn id="30" idx="2"/>
          </p:cNvCxnSpPr>
          <p:nvPr/>
        </p:nvCxnSpPr>
        <p:spPr>
          <a:xfrm>
            <a:off x="4283968" y="4149080"/>
            <a:ext cx="720080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矢印: 右 37">
            <a:extLst>
              <a:ext uri="{FF2B5EF4-FFF2-40B4-BE49-F238E27FC236}">
                <a16:creationId xmlns:a16="http://schemas.microsoft.com/office/drawing/2014/main" id="{3BB25CDB-BD4F-4146-B455-93DC72FDDB1D}"/>
              </a:ext>
            </a:extLst>
          </p:cNvPr>
          <p:cNvSpPr/>
          <p:nvPr/>
        </p:nvSpPr>
        <p:spPr>
          <a:xfrm rot="19800000">
            <a:off x="4352067" y="4458655"/>
            <a:ext cx="792088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66443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B8A44FB-FC4B-4392-AE2E-B903067BF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5</a:t>
            </a:r>
            <a:endParaRPr kumimoji="1" lang="ja-JP" altLang="en-US" dirty="0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59719D56-D75D-4AF3-ADC9-CA545559A6DA}"/>
              </a:ext>
            </a:extLst>
          </p:cNvPr>
          <p:cNvSpPr/>
          <p:nvPr/>
        </p:nvSpPr>
        <p:spPr>
          <a:xfrm>
            <a:off x="107504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4">
            <a:extLst>
              <a:ext uri="{FF2B5EF4-FFF2-40B4-BE49-F238E27FC236}">
                <a16:creationId xmlns:a16="http://schemas.microsoft.com/office/drawing/2014/main" id="{FCD8213B-D4B7-4CA0-A17E-585DF7D8FE7F}"/>
              </a:ext>
            </a:extLst>
          </p:cNvPr>
          <p:cNvSpPr/>
          <p:nvPr/>
        </p:nvSpPr>
        <p:spPr>
          <a:xfrm>
            <a:off x="899592" y="3464887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D3189671-1588-418E-B56E-D11422D6396E}"/>
              </a:ext>
            </a:extLst>
          </p:cNvPr>
          <p:cNvSpPr/>
          <p:nvPr/>
        </p:nvSpPr>
        <p:spPr>
          <a:xfrm>
            <a:off x="1979712" y="3464887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楕円 4">
            <a:extLst>
              <a:ext uri="{FF2B5EF4-FFF2-40B4-BE49-F238E27FC236}">
                <a16:creationId xmlns:a16="http://schemas.microsoft.com/office/drawing/2014/main" id="{7D59783B-CF9E-4065-BA24-A62DDF0CA970}"/>
              </a:ext>
            </a:extLst>
          </p:cNvPr>
          <p:cNvSpPr/>
          <p:nvPr/>
        </p:nvSpPr>
        <p:spPr>
          <a:xfrm>
            <a:off x="899592" y="450013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4">
            <a:extLst>
              <a:ext uri="{FF2B5EF4-FFF2-40B4-BE49-F238E27FC236}">
                <a16:creationId xmlns:a16="http://schemas.microsoft.com/office/drawing/2014/main" id="{50FF4511-A717-4C95-B85C-B1F5C6D1CFBD}"/>
              </a:ext>
            </a:extLst>
          </p:cNvPr>
          <p:cNvSpPr/>
          <p:nvPr/>
        </p:nvSpPr>
        <p:spPr>
          <a:xfrm>
            <a:off x="1979712" y="450013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D643F2E6-1E4A-4D58-83B8-3FB8D046083D}"/>
              </a:ext>
            </a:extLst>
          </p:cNvPr>
          <p:cNvCxnSpPr>
            <a:cxnSpLocks/>
            <a:stCxn id="15" idx="7"/>
            <a:endCxn id="16" idx="3"/>
          </p:cNvCxnSpPr>
          <p:nvPr/>
        </p:nvCxnSpPr>
        <p:spPr>
          <a:xfrm flipV="1">
            <a:off x="353355" y="3710738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A5BBA7B-60CD-4CCF-BECC-1E5C043A19C9}"/>
              </a:ext>
            </a:extLst>
          </p:cNvPr>
          <p:cNvCxnSpPr>
            <a:cxnSpLocks/>
            <a:stCxn id="15" idx="5"/>
            <a:endCxn id="18" idx="1"/>
          </p:cNvCxnSpPr>
          <p:nvPr/>
        </p:nvCxnSpPr>
        <p:spPr>
          <a:xfrm>
            <a:off x="353355" y="4250915"/>
            <a:ext cx="588418" cy="29139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28EBECA1-FA04-4296-9164-B3FF046BE589}"/>
              </a:ext>
            </a:extLst>
          </p:cNvPr>
          <p:cNvCxnSpPr>
            <a:cxnSpLocks/>
            <a:stCxn id="16" idx="6"/>
            <a:endCxn id="17" idx="2"/>
          </p:cNvCxnSpPr>
          <p:nvPr/>
        </p:nvCxnSpPr>
        <p:spPr>
          <a:xfrm>
            <a:off x="1187624" y="3608903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12014F4F-305A-4E37-8C3F-C255093DDAE9}"/>
              </a:ext>
            </a:extLst>
          </p:cNvPr>
          <p:cNvCxnSpPr>
            <a:cxnSpLocks/>
            <a:stCxn id="18" idx="6"/>
            <a:endCxn id="19" idx="2"/>
          </p:cNvCxnSpPr>
          <p:nvPr/>
        </p:nvCxnSpPr>
        <p:spPr>
          <a:xfrm>
            <a:off x="1187624" y="464414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楕円 23">
            <a:extLst>
              <a:ext uri="{FF2B5EF4-FFF2-40B4-BE49-F238E27FC236}">
                <a16:creationId xmlns:a16="http://schemas.microsoft.com/office/drawing/2014/main" id="{288CDC01-A329-454D-A262-9B32DB7CCEE0}"/>
              </a:ext>
            </a:extLst>
          </p:cNvPr>
          <p:cNvSpPr/>
          <p:nvPr/>
        </p:nvSpPr>
        <p:spPr>
          <a:xfrm>
            <a:off x="3059832" y="347652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62EB41D5-DB59-4F2E-9440-272A53830B7B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2267744" y="362053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507FCE3B-DF59-42AE-9729-4F871E299509}"/>
              </a:ext>
            </a:extLst>
          </p:cNvPr>
          <p:cNvSpPr/>
          <p:nvPr/>
        </p:nvSpPr>
        <p:spPr>
          <a:xfrm>
            <a:off x="3059832" y="450013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E66B06D0-F694-42BB-AD2A-FF7803957FAA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2267744" y="464414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四角形: 1 つの角を切り取り 1 つの角を丸める 27">
            <a:extLst>
              <a:ext uri="{FF2B5EF4-FFF2-40B4-BE49-F238E27FC236}">
                <a16:creationId xmlns:a16="http://schemas.microsoft.com/office/drawing/2014/main" id="{D2F7DC06-8CBD-4BF7-8EA2-90060239107D}"/>
              </a:ext>
            </a:extLst>
          </p:cNvPr>
          <p:cNvSpPr/>
          <p:nvPr/>
        </p:nvSpPr>
        <p:spPr>
          <a:xfrm>
            <a:off x="2627784" y="277193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EE551BE2-15D6-43C5-BC6F-C7BEEF8EF220}"/>
              </a:ext>
            </a:extLst>
          </p:cNvPr>
          <p:cNvCxnSpPr>
            <a:stCxn id="28" idx="1"/>
            <a:endCxn id="24" idx="0"/>
          </p:cNvCxnSpPr>
          <p:nvPr/>
        </p:nvCxnSpPr>
        <p:spPr>
          <a:xfrm>
            <a:off x="3203848" y="3110274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C626E3D-35C8-46EB-BB9D-7D76E2C613B0}"/>
              </a:ext>
            </a:extLst>
          </p:cNvPr>
          <p:cNvSpPr txBox="1"/>
          <p:nvPr/>
        </p:nvSpPr>
        <p:spPr>
          <a:xfrm>
            <a:off x="827584" y="376455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DED4B2F-A5C6-4A07-A184-311D4C32F8D2}"/>
              </a:ext>
            </a:extLst>
          </p:cNvPr>
          <p:cNvSpPr txBox="1"/>
          <p:nvPr/>
        </p:nvSpPr>
        <p:spPr>
          <a:xfrm>
            <a:off x="1907704" y="376455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47ADAAAC-7A5A-4C32-B229-20BEA3DF5371}"/>
              </a:ext>
            </a:extLst>
          </p:cNvPr>
          <p:cNvSpPr txBox="1"/>
          <p:nvPr/>
        </p:nvSpPr>
        <p:spPr>
          <a:xfrm>
            <a:off x="2981932" y="376455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1260B856-9F8D-429A-9AD9-1014255523BE}"/>
              </a:ext>
            </a:extLst>
          </p:cNvPr>
          <p:cNvSpPr txBox="1"/>
          <p:nvPr/>
        </p:nvSpPr>
        <p:spPr>
          <a:xfrm>
            <a:off x="827584" y="477266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23163B5-9092-4159-AFC6-03A3D91BABAB}"/>
              </a:ext>
            </a:extLst>
          </p:cNvPr>
          <p:cNvSpPr txBox="1"/>
          <p:nvPr/>
        </p:nvSpPr>
        <p:spPr>
          <a:xfrm>
            <a:off x="1907704" y="477266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A288C9-4708-4F49-9A11-75551AE459C6}"/>
              </a:ext>
            </a:extLst>
          </p:cNvPr>
          <p:cNvSpPr txBox="1"/>
          <p:nvPr/>
        </p:nvSpPr>
        <p:spPr>
          <a:xfrm>
            <a:off x="2981932" y="477266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0" name="楕円 4">
            <a:extLst>
              <a:ext uri="{FF2B5EF4-FFF2-40B4-BE49-F238E27FC236}">
                <a16:creationId xmlns:a16="http://schemas.microsoft.com/office/drawing/2014/main" id="{82F9F81C-C1A0-4FF2-A0DE-1AE59B76F148}"/>
              </a:ext>
            </a:extLst>
          </p:cNvPr>
          <p:cNvSpPr/>
          <p:nvPr/>
        </p:nvSpPr>
        <p:spPr>
          <a:xfrm>
            <a:off x="4067944" y="348551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楕円 4">
            <a:extLst>
              <a:ext uri="{FF2B5EF4-FFF2-40B4-BE49-F238E27FC236}">
                <a16:creationId xmlns:a16="http://schemas.microsoft.com/office/drawing/2014/main" id="{46ECB423-60A6-430D-A34F-87C4CA808401}"/>
              </a:ext>
            </a:extLst>
          </p:cNvPr>
          <p:cNvSpPr/>
          <p:nvPr/>
        </p:nvSpPr>
        <p:spPr>
          <a:xfrm>
            <a:off x="5148064" y="348551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8961BA67-B72A-4782-829E-26567B3E5A70}"/>
              </a:ext>
            </a:extLst>
          </p:cNvPr>
          <p:cNvCxnSpPr>
            <a:cxnSpLocks/>
            <a:stCxn id="40" idx="6"/>
            <a:endCxn id="41" idx="2"/>
          </p:cNvCxnSpPr>
          <p:nvPr/>
        </p:nvCxnSpPr>
        <p:spPr>
          <a:xfrm>
            <a:off x="4355976" y="362952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B7198732-2D25-48F8-9E83-4342DB541B26}"/>
              </a:ext>
            </a:extLst>
          </p:cNvPr>
          <p:cNvSpPr/>
          <p:nvPr/>
        </p:nvSpPr>
        <p:spPr>
          <a:xfrm>
            <a:off x="6228184" y="348551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BC3E128F-8B8A-4E42-A20F-23818755C33C}"/>
              </a:ext>
            </a:extLst>
          </p:cNvPr>
          <p:cNvCxnSpPr>
            <a:cxnSpLocks/>
            <a:endCxn id="43" idx="2"/>
          </p:cNvCxnSpPr>
          <p:nvPr/>
        </p:nvCxnSpPr>
        <p:spPr>
          <a:xfrm>
            <a:off x="5436096" y="362952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2531DAAF-AEE9-4FB6-BBC5-8831CE7F9382}"/>
              </a:ext>
            </a:extLst>
          </p:cNvPr>
          <p:cNvSpPr txBox="1"/>
          <p:nvPr/>
        </p:nvSpPr>
        <p:spPr>
          <a:xfrm>
            <a:off x="3995936" y="375804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84B9C3C-0CEC-4C4E-BCFC-CC5371497C20}"/>
              </a:ext>
            </a:extLst>
          </p:cNvPr>
          <p:cNvSpPr txBox="1"/>
          <p:nvPr/>
        </p:nvSpPr>
        <p:spPr>
          <a:xfrm>
            <a:off x="5076056" y="375804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F12763C5-B0F8-473C-B9B7-328B3867A583}"/>
              </a:ext>
            </a:extLst>
          </p:cNvPr>
          <p:cNvSpPr txBox="1"/>
          <p:nvPr/>
        </p:nvSpPr>
        <p:spPr>
          <a:xfrm>
            <a:off x="6150284" y="375804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805E58CF-CCB4-481D-865B-C2A485C8B16D}"/>
              </a:ext>
            </a:extLst>
          </p:cNvPr>
          <p:cNvCxnSpPr>
            <a:cxnSpLocks/>
            <a:stCxn id="24" idx="6"/>
            <a:endCxn id="40" idx="2"/>
          </p:cNvCxnSpPr>
          <p:nvPr/>
        </p:nvCxnSpPr>
        <p:spPr>
          <a:xfrm>
            <a:off x="3347864" y="3620536"/>
            <a:ext cx="720080" cy="899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爆発: 8 pt 50">
            <a:extLst>
              <a:ext uri="{FF2B5EF4-FFF2-40B4-BE49-F238E27FC236}">
                <a16:creationId xmlns:a16="http://schemas.microsoft.com/office/drawing/2014/main" id="{6DE7BA85-80B9-490A-9293-80D5390DD021}"/>
              </a:ext>
            </a:extLst>
          </p:cNvPr>
          <p:cNvSpPr/>
          <p:nvPr/>
        </p:nvSpPr>
        <p:spPr>
          <a:xfrm>
            <a:off x="4499992" y="3356992"/>
            <a:ext cx="554360" cy="55436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BB353437-325F-441F-84FC-D4ED6F7F5BAD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状態の確認</a:t>
            </a:r>
            <a:endParaRPr kumimoji="1" lang="ja-JP" altLang="en-US" sz="24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2CC78724-AE19-488A-BE45-4F59AEF120DD}"/>
              </a:ext>
            </a:extLst>
          </p:cNvPr>
          <p:cNvSpPr txBox="1"/>
          <p:nvPr/>
        </p:nvSpPr>
        <p:spPr>
          <a:xfrm>
            <a:off x="755576" y="1916832"/>
            <a:ext cx="159530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status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3D4C3ECF-4577-488C-ACDF-FDB6F58E6964}"/>
              </a:ext>
            </a:extLst>
          </p:cNvPr>
          <p:cNvSpPr/>
          <p:nvPr/>
        </p:nvSpPr>
        <p:spPr>
          <a:xfrm>
            <a:off x="3743908" y="2204864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97E570F3-8DD0-4E9D-899F-1D3C7F028198}"/>
              </a:ext>
            </a:extLst>
          </p:cNvPr>
          <p:cNvCxnSpPr>
            <a:stCxn id="54" idx="2"/>
            <a:endCxn id="40" idx="0"/>
          </p:cNvCxnSpPr>
          <p:nvPr/>
        </p:nvCxnSpPr>
        <p:spPr>
          <a:xfrm>
            <a:off x="4211960" y="2564904"/>
            <a:ext cx="0" cy="92060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64FC9C57-5277-443F-9C40-7A38F5A3B86C}"/>
              </a:ext>
            </a:extLst>
          </p:cNvPr>
          <p:cNvSpPr txBox="1"/>
          <p:nvPr/>
        </p:nvSpPr>
        <p:spPr>
          <a:xfrm>
            <a:off x="1115616" y="5517232"/>
            <a:ext cx="7058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HEAD</a:t>
            </a:r>
            <a:r>
              <a:rPr kumimoji="1" lang="ja-JP" altLang="en-US" dirty="0"/>
              <a:t>は「最後にリベースがうまくいったコミット」を指している</a:t>
            </a:r>
            <a:endParaRPr kumimoji="1" lang="en-US" altLang="ja-JP" dirty="0"/>
          </a:p>
          <a:p>
            <a:r>
              <a:rPr kumimoji="1" lang="en-US" altLang="ja-JP" dirty="0"/>
              <a:t>(detached HEAD)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912776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F1ED8EB-D4D5-44BA-8097-69F5D4B5A3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6</a:t>
            </a:r>
            <a:endParaRPr kumimoji="1"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3FEE02D0-BCC0-476F-B10E-0C34B2DF4A57}"/>
              </a:ext>
            </a:extLst>
          </p:cNvPr>
          <p:cNvSpPr/>
          <p:nvPr/>
        </p:nvSpPr>
        <p:spPr>
          <a:xfrm>
            <a:off x="467544" y="508518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4">
            <a:extLst>
              <a:ext uri="{FF2B5EF4-FFF2-40B4-BE49-F238E27FC236}">
                <a16:creationId xmlns:a16="http://schemas.microsoft.com/office/drawing/2014/main" id="{0197368A-A8F0-4D24-9C8D-D06BE3F0E93B}"/>
              </a:ext>
            </a:extLst>
          </p:cNvPr>
          <p:cNvSpPr/>
          <p:nvPr/>
        </p:nvSpPr>
        <p:spPr>
          <a:xfrm>
            <a:off x="1259632" y="4545007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DB43A539-614B-45AD-AF3D-C161622FBF1D}"/>
              </a:ext>
            </a:extLst>
          </p:cNvPr>
          <p:cNvSpPr/>
          <p:nvPr/>
        </p:nvSpPr>
        <p:spPr>
          <a:xfrm>
            <a:off x="2339752" y="4545007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4">
            <a:extLst>
              <a:ext uri="{FF2B5EF4-FFF2-40B4-BE49-F238E27FC236}">
                <a16:creationId xmlns:a16="http://schemas.microsoft.com/office/drawing/2014/main" id="{1B808B7B-24AC-4C02-B6EB-06C5E593BDBA}"/>
              </a:ext>
            </a:extLst>
          </p:cNvPr>
          <p:cNvSpPr/>
          <p:nvPr/>
        </p:nvSpPr>
        <p:spPr>
          <a:xfrm>
            <a:off x="1259632" y="558025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4">
            <a:extLst>
              <a:ext uri="{FF2B5EF4-FFF2-40B4-BE49-F238E27FC236}">
                <a16:creationId xmlns:a16="http://schemas.microsoft.com/office/drawing/2014/main" id="{5A1F51D7-320D-4EFF-91C4-AA65890DBDA7}"/>
              </a:ext>
            </a:extLst>
          </p:cNvPr>
          <p:cNvSpPr/>
          <p:nvPr/>
        </p:nvSpPr>
        <p:spPr>
          <a:xfrm>
            <a:off x="2339752" y="558025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14A67DC2-820E-4E3D-8D7C-992914618AC0}"/>
              </a:ext>
            </a:extLst>
          </p:cNvPr>
          <p:cNvCxnSpPr>
            <a:cxnSpLocks/>
            <a:stCxn id="3" idx="7"/>
            <a:endCxn id="4" idx="3"/>
          </p:cNvCxnSpPr>
          <p:nvPr/>
        </p:nvCxnSpPr>
        <p:spPr>
          <a:xfrm flipV="1">
            <a:off x="713395" y="4790858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DE914F33-478E-4B85-B0F2-33457FA2869E}"/>
              </a:ext>
            </a:extLst>
          </p:cNvPr>
          <p:cNvCxnSpPr>
            <a:cxnSpLocks/>
            <a:stCxn id="3" idx="5"/>
            <a:endCxn id="6" idx="1"/>
          </p:cNvCxnSpPr>
          <p:nvPr/>
        </p:nvCxnSpPr>
        <p:spPr>
          <a:xfrm>
            <a:off x="713395" y="5331035"/>
            <a:ext cx="588418" cy="29139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17CF3C0E-20B2-4FFF-AEE4-2F8C43BC9ADF}"/>
              </a:ext>
            </a:extLst>
          </p:cNvPr>
          <p:cNvCxnSpPr>
            <a:cxnSpLocks/>
            <a:stCxn id="4" idx="6"/>
            <a:endCxn id="5" idx="2"/>
          </p:cNvCxnSpPr>
          <p:nvPr/>
        </p:nvCxnSpPr>
        <p:spPr>
          <a:xfrm>
            <a:off x="1547664" y="4689023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A82B70B9-CAB9-4DFC-B2E2-9C6E7DDC41C3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1547664" y="572426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11">
            <a:extLst>
              <a:ext uri="{FF2B5EF4-FFF2-40B4-BE49-F238E27FC236}">
                <a16:creationId xmlns:a16="http://schemas.microsoft.com/office/drawing/2014/main" id="{16458A2E-86DB-4F3E-B026-E14507BA93E7}"/>
              </a:ext>
            </a:extLst>
          </p:cNvPr>
          <p:cNvSpPr/>
          <p:nvPr/>
        </p:nvSpPr>
        <p:spPr>
          <a:xfrm>
            <a:off x="3419872" y="45566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00B4A5B2-41D9-42EA-8182-58DC0E1AC8FC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627784" y="470065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9049D051-C5E7-41F9-9003-53203FDF413B}"/>
              </a:ext>
            </a:extLst>
          </p:cNvPr>
          <p:cNvSpPr/>
          <p:nvPr/>
        </p:nvSpPr>
        <p:spPr>
          <a:xfrm>
            <a:off x="3419872" y="558025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DFC1971F-91DC-4247-8A25-678F2DC072CE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2627784" y="572426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四角形: 1 つの角を切り取り 1 つの角を丸める 15">
            <a:extLst>
              <a:ext uri="{FF2B5EF4-FFF2-40B4-BE49-F238E27FC236}">
                <a16:creationId xmlns:a16="http://schemas.microsoft.com/office/drawing/2014/main" id="{0D9635AB-02CB-4867-8A4A-945AD33F744D}"/>
              </a:ext>
            </a:extLst>
          </p:cNvPr>
          <p:cNvSpPr/>
          <p:nvPr/>
        </p:nvSpPr>
        <p:spPr>
          <a:xfrm>
            <a:off x="2987824" y="385205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2517E477-6B86-4EB4-94F5-27D2BB067F57}"/>
              </a:ext>
            </a:extLst>
          </p:cNvPr>
          <p:cNvCxnSpPr>
            <a:stCxn id="16" idx="1"/>
            <a:endCxn id="12" idx="0"/>
          </p:cNvCxnSpPr>
          <p:nvPr/>
        </p:nvCxnSpPr>
        <p:spPr>
          <a:xfrm>
            <a:off x="3563888" y="4190394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9DA9E2C-7486-4123-BF0D-BD3EF61AE0A6}"/>
              </a:ext>
            </a:extLst>
          </p:cNvPr>
          <p:cNvSpPr txBox="1"/>
          <p:nvPr/>
        </p:nvSpPr>
        <p:spPr>
          <a:xfrm>
            <a:off x="1187624" y="48446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F72D3D5-EB01-41D7-94AD-3AD3144F2076}"/>
              </a:ext>
            </a:extLst>
          </p:cNvPr>
          <p:cNvSpPr txBox="1"/>
          <p:nvPr/>
        </p:nvSpPr>
        <p:spPr>
          <a:xfrm>
            <a:off x="2267744" y="48446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9B86574-A296-4B75-9ADF-FB6177F2BA4D}"/>
              </a:ext>
            </a:extLst>
          </p:cNvPr>
          <p:cNvSpPr txBox="1"/>
          <p:nvPr/>
        </p:nvSpPr>
        <p:spPr>
          <a:xfrm>
            <a:off x="3341972" y="48446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C301F32-32F7-4155-A095-E4CB291ABE6A}"/>
              </a:ext>
            </a:extLst>
          </p:cNvPr>
          <p:cNvSpPr txBox="1"/>
          <p:nvPr/>
        </p:nvSpPr>
        <p:spPr>
          <a:xfrm>
            <a:off x="1187624" y="58527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72B889E-ED51-49DA-A73A-738D2F4099A1}"/>
              </a:ext>
            </a:extLst>
          </p:cNvPr>
          <p:cNvSpPr txBox="1"/>
          <p:nvPr/>
        </p:nvSpPr>
        <p:spPr>
          <a:xfrm>
            <a:off x="2267744" y="58527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7629F88-41C6-489F-A7FC-66B4C707225D}"/>
              </a:ext>
            </a:extLst>
          </p:cNvPr>
          <p:cNvSpPr txBox="1"/>
          <p:nvPr/>
        </p:nvSpPr>
        <p:spPr>
          <a:xfrm>
            <a:off x="3341972" y="58527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4" name="楕円 4">
            <a:extLst>
              <a:ext uri="{FF2B5EF4-FFF2-40B4-BE49-F238E27FC236}">
                <a16:creationId xmlns:a16="http://schemas.microsoft.com/office/drawing/2014/main" id="{89706E75-93BB-4B37-AA1B-30E4D607606A}"/>
              </a:ext>
            </a:extLst>
          </p:cNvPr>
          <p:cNvSpPr/>
          <p:nvPr/>
        </p:nvSpPr>
        <p:spPr>
          <a:xfrm>
            <a:off x="4427984" y="456563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楕円 4">
            <a:extLst>
              <a:ext uri="{FF2B5EF4-FFF2-40B4-BE49-F238E27FC236}">
                <a16:creationId xmlns:a16="http://schemas.microsoft.com/office/drawing/2014/main" id="{A406A2EC-FD60-46E9-9F67-D31747A26594}"/>
              </a:ext>
            </a:extLst>
          </p:cNvPr>
          <p:cNvSpPr/>
          <p:nvPr/>
        </p:nvSpPr>
        <p:spPr>
          <a:xfrm>
            <a:off x="5508104" y="456563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62878D5C-8FC3-4F0C-975C-7DD774191C0E}"/>
              </a:ext>
            </a:extLst>
          </p:cNvPr>
          <p:cNvCxnSpPr>
            <a:cxnSpLocks/>
            <a:stCxn id="24" idx="6"/>
            <a:endCxn id="25" idx="2"/>
          </p:cNvCxnSpPr>
          <p:nvPr/>
        </p:nvCxnSpPr>
        <p:spPr>
          <a:xfrm>
            <a:off x="4716016" y="470964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楕円 26">
            <a:extLst>
              <a:ext uri="{FF2B5EF4-FFF2-40B4-BE49-F238E27FC236}">
                <a16:creationId xmlns:a16="http://schemas.microsoft.com/office/drawing/2014/main" id="{564848E7-4279-486F-A901-E10BB19B26F4}"/>
              </a:ext>
            </a:extLst>
          </p:cNvPr>
          <p:cNvSpPr/>
          <p:nvPr/>
        </p:nvSpPr>
        <p:spPr>
          <a:xfrm>
            <a:off x="6588224" y="456563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313B15BD-C3EE-4C4F-939D-2A9EFF513C3F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5796136" y="470964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26044C4-6251-4A22-B1E7-DCF512D04C49}"/>
              </a:ext>
            </a:extLst>
          </p:cNvPr>
          <p:cNvSpPr txBox="1"/>
          <p:nvPr/>
        </p:nvSpPr>
        <p:spPr>
          <a:xfrm>
            <a:off x="4355976" y="483816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6610313-4555-4997-8F5B-212482ECCDF5}"/>
              </a:ext>
            </a:extLst>
          </p:cNvPr>
          <p:cNvSpPr txBox="1"/>
          <p:nvPr/>
        </p:nvSpPr>
        <p:spPr>
          <a:xfrm>
            <a:off x="5436096" y="483816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8B8292A-0112-465A-AB4A-1A3049AF566C}"/>
              </a:ext>
            </a:extLst>
          </p:cNvPr>
          <p:cNvSpPr txBox="1"/>
          <p:nvPr/>
        </p:nvSpPr>
        <p:spPr>
          <a:xfrm>
            <a:off x="6510324" y="483816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3BBA24D8-B896-45DD-886F-4470F8313B00}"/>
              </a:ext>
            </a:extLst>
          </p:cNvPr>
          <p:cNvCxnSpPr>
            <a:cxnSpLocks/>
            <a:stCxn id="12" idx="6"/>
            <a:endCxn id="24" idx="2"/>
          </p:cNvCxnSpPr>
          <p:nvPr/>
        </p:nvCxnSpPr>
        <p:spPr>
          <a:xfrm>
            <a:off x="3707904" y="4700656"/>
            <a:ext cx="720080" cy="899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爆発: 8 pt 32">
            <a:extLst>
              <a:ext uri="{FF2B5EF4-FFF2-40B4-BE49-F238E27FC236}">
                <a16:creationId xmlns:a16="http://schemas.microsoft.com/office/drawing/2014/main" id="{6DA105A8-BF21-4D2F-B541-CFDB8A3270E0}"/>
              </a:ext>
            </a:extLst>
          </p:cNvPr>
          <p:cNvSpPr/>
          <p:nvPr/>
        </p:nvSpPr>
        <p:spPr>
          <a:xfrm>
            <a:off x="4860032" y="4437112"/>
            <a:ext cx="554360" cy="55436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E83649DA-E813-46AA-B6FD-31CECD2C6360}"/>
              </a:ext>
            </a:extLst>
          </p:cNvPr>
          <p:cNvSpPr/>
          <p:nvPr/>
        </p:nvSpPr>
        <p:spPr>
          <a:xfrm>
            <a:off x="4103948" y="3284984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C2A72F66-51A3-4C6B-A46E-1F9E6064C6C3}"/>
              </a:ext>
            </a:extLst>
          </p:cNvPr>
          <p:cNvCxnSpPr>
            <a:stCxn id="35" idx="2"/>
            <a:endCxn id="24" idx="0"/>
          </p:cNvCxnSpPr>
          <p:nvPr/>
        </p:nvCxnSpPr>
        <p:spPr>
          <a:xfrm>
            <a:off x="4572000" y="3645024"/>
            <a:ext cx="0" cy="92060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9B5AEB9-6D08-4197-A8A3-A5070459FB8D}"/>
              </a:ext>
            </a:extLst>
          </p:cNvPr>
          <p:cNvSpPr txBox="1"/>
          <p:nvPr/>
        </p:nvSpPr>
        <p:spPr>
          <a:xfrm>
            <a:off x="395536" y="1484784"/>
            <a:ext cx="8004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エディタで衝突状態にあるファイル「</a:t>
            </a:r>
            <a:r>
              <a:rPr lang="en-US" altLang="ja-JP" sz="2000" dirty="0"/>
              <a:t>text1.txt</a:t>
            </a:r>
            <a:r>
              <a:rPr lang="ja-JP" altLang="en-US" sz="2000" dirty="0"/>
              <a:t>」を修正し、保存する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39296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1669C9F-80C9-4456-9020-8AF22221D2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kumimoji="1" lang="en-US" altLang="ja-JP" dirty="0"/>
              <a:t>4 – Step 7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43435F-B949-4CE8-8B2A-D615716BD949}"/>
              </a:ext>
            </a:extLst>
          </p:cNvPr>
          <p:cNvSpPr txBox="1"/>
          <p:nvPr/>
        </p:nvSpPr>
        <p:spPr>
          <a:xfrm>
            <a:off x="251520" y="1268760"/>
            <a:ext cx="2731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解決を</a:t>
            </a:r>
            <a:r>
              <a:rPr kumimoji="1" lang="en-US" altLang="ja-JP" sz="2400" dirty="0"/>
              <a:t>Git</a:t>
            </a:r>
            <a:r>
              <a:rPr kumimoji="1" lang="ja-JP" altLang="en-US" sz="2400" dirty="0"/>
              <a:t>に伝える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E60D996-9E5C-4A71-A176-AEB6D2DDB515}"/>
              </a:ext>
            </a:extLst>
          </p:cNvPr>
          <p:cNvSpPr txBox="1"/>
          <p:nvPr/>
        </p:nvSpPr>
        <p:spPr>
          <a:xfrm>
            <a:off x="755576" y="1916832"/>
            <a:ext cx="272382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add text1.txt</a:t>
            </a:r>
          </a:p>
          <a:p>
            <a:r>
              <a:rPr kumimoji="1" lang="en-US" altLang="ja-JP" sz="2000" dirty="0">
                <a:latin typeface="Consolas" panose="020B0609020204030204" pitchFamily="49" charset="0"/>
              </a:rPr>
              <a:t>git commit -m "f2"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23D9DD5-3AB0-4F8A-952E-C03CFAF29F3C}"/>
              </a:ext>
            </a:extLst>
          </p:cNvPr>
          <p:cNvSpPr/>
          <p:nvPr/>
        </p:nvSpPr>
        <p:spPr>
          <a:xfrm>
            <a:off x="467544" y="508518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4">
            <a:extLst>
              <a:ext uri="{FF2B5EF4-FFF2-40B4-BE49-F238E27FC236}">
                <a16:creationId xmlns:a16="http://schemas.microsoft.com/office/drawing/2014/main" id="{BFB8FD1F-FC46-4CC9-B34B-725C2B33F620}"/>
              </a:ext>
            </a:extLst>
          </p:cNvPr>
          <p:cNvSpPr/>
          <p:nvPr/>
        </p:nvSpPr>
        <p:spPr>
          <a:xfrm>
            <a:off x="1259632" y="4545007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B26C48D3-3760-4578-A56D-7C1EA6E6F0E4}"/>
              </a:ext>
            </a:extLst>
          </p:cNvPr>
          <p:cNvSpPr/>
          <p:nvPr/>
        </p:nvSpPr>
        <p:spPr>
          <a:xfrm>
            <a:off x="2339752" y="4545007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4">
            <a:extLst>
              <a:ext uri="{FF2B5EF4-FFF2-40B4-BE49-F238E27FC236}">
                <a16:creationId xmlns:a16="http://schemas.microsoft.com/office/drawing/2014/main" id="{66FAB724-C75D-4B17-871C-4756F3336B47}"/>
              </a:ext>
            </a:extLst>
          </p:cNvPr>
          <p:cNvSpPr/>
          <p:nvPr/>
        </p:nvSpPr>
        <p:spPr>
          <a:xfrm>
            <a:off x="1259632" y="558025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4">
            <a:extLst>
              <a:ext uri="{FF2B5EF4-FFF2-40B4-BE49-F238E27FC236}">
                <a16:creationId xmlns:a16="http://schemas.microsoft.com/office/drawing/2014/main" id="{B873A37B-B367-4884-AD52-886C642E3418}"/>
              </a:ext>
            </a:extLst>
          </p:cNvPr>
          <p:cNvSpPr/>
          <p:nvPr/>
        </p:nvSpPr>
        <p:spPr>
          <a:xfrm>
            <a:off x="2339752" y="558025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4C7E3822-60E6-4E45-9631-A7A3A0B6A9AD}"/>
              </a:ext>
            </a:extLst>
          </p:cNvPr>
          <p:cNvCxnSpPr>
            <a:cxnSpLocks/>
            <a:stCxn id="5" idx="7"/>
            <a:endCxn id="6" idx="3"/>
          </p:cNvCxnSpPr>
          <p:nvPr/>
        </p:nvCxnSpPr>
        <p:spPr>
          <a:xfrm flipV="1">
            <a:off x="713395" y="4790858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CC54E55-14A4-48B0-A920-EB2535A88631}"/>
              </a:ext>
            </a:extLst>
          </p:cNvPr>
          <p:cNvCxnSpPr>
            <a:cxnSpLocks/>
            <a:stCxn id="5" idx="5"/>
            <a:endCxn id="8" idx="1"/>
          </p:cNvCxnSpPr>
          <p:nvPr/>
        </p:nvCxnSpPr>
        <p:spPr>
          <a:xfrm>
            <a:off x="713395" y="5331035"/>
            <a:ext cx="588418" cy="29139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D9CA95F-4B86-49B6-B264-6E724CDC38FE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1547664" y="4689023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3BCCAF2F-EA1D-44D2-A5F9-B3182949BE60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1547664" y="572426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91B89F7D-B16D-4440-A131-111A6A5F75C3}"/>
              </a:ext>
            </a:extLst>
          </p:cNvPr>
          <p:cNvSpPr/>
          <p:nvPr/>
        </p:nvSpPr>
        <p:spPr>
          <a:xfrm>
            <a:off x="3419872" y="455664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2E4A180A-192C-4B67-B329-033C8741B0F8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2627784" y="470065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15">
            <a:extLst>
              <a:ext uri="{FF2B5EF4-FFF2-40B4-BE49-F238E27FC236}">
                <a16:creationId xmlns:a16="http://schemas.microsoft.com/office/drawing/2014/main" id="{EE697DDD-E4AD-495E-9966-DCE3E48F3E66}"/>
              </a:ext>
            </a:extLst>
          </p:cNvPr>
          <p:cNvSpPr/>
          <p:nvPr/>
        </p:nvSpPr>
        <p:spPr>
          <a:xfrm>
            <a:off x="3419872" y="558025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832E6879-7A21-4DAF-AA98-D9A4E1E67B9F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2627784" y="572426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四角形: 1 つの角を切り取り 1 つの角を丸める 17">
            <a:extLst>
              <a:ext uri="{FF2B5EF4-FFF2-40B4-BE49-F238E27FC236}">
                <a16:creationId xmlns:a16="http://schemas.microsoft.com/office/drawing/2014/main" id="{4F9D319F-944C-48F3-9734-83F07687BC52}"/>
              </a:ext>
            </a:extLst>
          </p:cNvPr>
          <p:cNvSpPr/>
          <p:nvPr/>
        </p:nvSpPr>
        <p:spPr>
          <a:xfrm>
            <a:off x="2987824" y="3852058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5D108058-BF8A-44D1-AD80-76807FC57E6A}"/>
              </a:ext>
            </a:extLst>
          </p:cNvPr>
          <p:cNvCxnSpPr>
            <a:stCxn id="18" idx="1"/>
            <a:endCxn id="14" idx="0"/>
          </p:cNvCxnSpPr>
          <p:nvPr/>
        </p:nvCxnSpPr>
        <p:spPr>
          <a:xfrm>
            <a:off x="3563888" y="4190394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EEEEDE0-A962-4A8C-B4DB-793AC0B02815}"/>
              </a:ext>
            </a:extLst>
          </p:cNvPr>
          <p:cNvSpPr txBox="1"/>
          <p:nvPr/>
        </p:nvSpPr>
        <p:spPr>
          <a:xfrm>
            <a:off x="1187624" y="48446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2732577-E18E-4B8C-AE54-B74CC3CC9FFA}"/>
              </a:ext>
            </a:extLst>
          </p:cNvPr>
          <p:cNvSpPr txBox="1"/>
          <p:nvPr/>
        </p:nvSpPr>
        <p:spPr>
          <a:xfrm>
            <a:off x="2267744" y="48446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B79BD18-6662-4D46-BAFF-3F1781294F23}"/>
              </a:ext>
            </a:extLst>
          </p:cNvPr>
          <p:cNvSpPr txBox="1"/>
          <p:nvPr/>
        </p:nvSpPr>
        <p:spPr>
          <a:xfrm>
            <a:off x="3341972" y="48446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D1CDE97-03B0-4E96-8BC5-332BEFDD26FA}"/>
              </a:ext>
            </a:extLst>
          </p:cNvPr>
          <p:cNvSpPr txBox="1"/>
          <p:nvPr/>
        </p:nvSpPr>
        <p:spPr>
          <a:xfrm>
            <a:off x="1187624" y="58527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49037ADD-87E0-4313-B935-54AA96F75DBF}"/>
              </a:ext>
            </a:extLst>
          </p:cNvPr>
          <p:cNvSpPr txBox="1"/>
          <p:nvPr/>
        </p:nvSpPr>
        <p:spPr>
          <a:xfrm>
            <a:off x="2267744" y="58527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2FE7A35F-7769-4F38-9FF8-138B47BA6F7F}"/>
              </a:ext>
            </a:extLst>
          </p:cNvPr>
          <p:cNvSpPr txBox="1"/>
          <p:nvPr/>
        </p:nvSpPr>
        <p:spPr>
          <a:xfrm>
            <a:off x="3341972" y="585278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6" name="楕円 4">
            <a:extLst>
              <a:ext uri="{FF2B5EF4-FFF2-40B4-BE49-F238E27FC236}">
                <a16:creationId xmlns:a16="http://schemas.microsoft.com/office/drawing/2014/main" id="{C71BD3C8-C745-419B-9F8D-D5296C4BB9FC}"/>
              </a:ext>
            </a:extLst>
          </p:cNvPr>
          <p:cNvSpPr/>
          <p:nvPr/>
        </p:nvSpPr>
        <p:spPr>
          <a:xfrm>
            <a:off x="4427984" y="4565630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楕円 4">
            <a:extLst>
              <a:ext uri="{FF2B5EF4-FFF2-40B4-BE49-F238E27FC236}">
                <a16:creationId xmlns:a16="http://schemas.microsoft.com/office/drawing/2014/main" id="{1192D50B-CBD1-4900-B7BB-7664B29EA3AE}"/>
              </a:ext>
            </a:extLst>
          </p:cNvPr>
          <p:cNvSpPr/>
          <p:nvPr/>
        </p:nvSpPr>
        <p:spPr>
          <a:xfrm>
            <a:off x="5508104" y="4565630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A7FFD93C-4265-40E8-8EB7-7A84527340FE}"/>
              </a:ext>
            </a:extLst>
          </p:cNvPr>
          <p:cNvSpPr/>
          <p:nvPr/>
        </p:nvSpPr>
        <p:spPr>
          <a:xfrm>
            <a:off x="6588224" y="456563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34DC048C-05BB-4980-8560-1FED176D4183}"/>
              </a:ext>
            </a:extLst>
          </p:cNvPr>
          <p:cNvCxnSpPr>
            <a:cxnSpLocks/>
            <a:endCxn id="29" idx="2"/>
          </p:cNvCxnSpPr>
          <p:nvPr/>
        </p:nvCxnSpPr>
        <p:spPr>
          <a:xfrm>
            <a:off x="5796136" y="470964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5A702BF-7F6B-41DF-A8C8-7695666AD29C}"/>
              </a:ext>
            </a:extLst>
          </p:cNvPr>
          <p:cNvSpPr txBox="1"/>
          <p:nvPr/>
        </p:nvSpPr>
        <p:spPr>
          <a:xfrm>
            <a:off x="4355976" y="483816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5083308-E36C-42FA-B9F5-DEE268389102}"/>
              </a:ext>
            </a:extLst>
          </p:cNvPr>
          <p:cNvSpPr txBox="1"/>
          <p:nvPr/>
        </p:nvSpPr>
        <p:spPr>
          <a:xfrm>
            <a:off x="5436096" y="483816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C04059F-9913-4B4D-8C15-E950C8F4F149}"/>
              </a:ext>
            </a:extLst>
          </p:cNvPr>
          <p:cNvSpPr txBox="1"/>
          <p:nvPr/>
        </p:nvSpPr>
        <p:spPr>
          <a:xfrm>
            <a:off x="6510324" y="4838164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1F5BDFA7-4A23-457D-AE57-A15483EBCBF7}"/>
              </a:ext>
            </a:extLst>
          </p:cNvPr>
          <p:cNvCxnSpPr>
            <a:cxnSpLocks/>
            <a:stCxn id="14" idx="6"/>
            <a:endCxn id="26" idx="2"/>
          </p:cNvCxnSpPr>
          <p:nvPr/>
        </p:nvCxnSpPr>
        <p:spPr>
          <a:xfrm>
            <a:off x="3707904" y="4700656"/>
            <a:ext cx="720080" cy="899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8CC438F-3744-4D7E-886C-1FDFF3929808}"/>
              </a:ext>
            </a:extLst>
          </p:cNvPr>
          <p:cNvSpPr/>
          <p:nvPr/>
        </p:nvSpPr>
        <p:spPr>
          <a:xfrm>
            <a:off x="5184068" y="3861048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FEC29B6D-6158-4740-900E-54DBDBBA5C48}"/>
              </a:ext>
            </a:extLst>
          </p:cNvPr>
          <p:cNvCxnSpPr>
            <a:cxnSpLocks/>
            <a:stCxn id="36" idx="2"/>
            <a:endCxn id="27" idx="0"/>
          </p:cNvCxnSpPr>
          <p:nvPr/>
        </p:nvCxnSpPr>
        <p:spPr>
          <a:xfrm>
            <a:off x="5652120" y="4221088"/>
            <a:ext cx="0" cy="34454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AAF68525-539A-4D9E-A26E-0F8670F0FA5C}"/>
              </a:ext>
            </a:extLst>
          </p:cNvPr>
          <p:cNvCxnSpPr>
            <a:cxnSpLocks/>
            <a:stCxn id="26" idx="6"/>
            <a:endCxn id="27" idx="2"/>
          </p:cNvCxnSpPr>
          <p:nvPr/>
        </p:nvCxnSpPr>
        <p:spPr>
          <a:xfrm>
            <a:off x="4716016" y="4709646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C1F487C9-4594-4247-B002-45B5B25B9155}"/>
              </a:ext>
            </a:extLst>
          </p:cNvPr>
          <p:cNvSpPr txBox="1"/>
          <p:nvPr/>
        </p:nvSpPr>
        <p:spPr>
          <a:xfrm>
            <a:off x="4067944" y="6021288"/>
            <a:ext cx="39421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</a:t>
            </a:r>
            <a:r>
              <a:rPr kumimoji="1" lang="ja-JP" altLang="en-US" dirty="0"/>
              <a:t>が自動で作ることができなかった</a:t>
            </a:r>
            <a:endParaRPr kumimoji="1" lang="en-US" altLang="ja-JP" dirty="0"/>
          </a:p>
          <a:p>
            <a:r>
              <a:rPr lang="ja-JP" altLang="en-US" dirty="0"/>
              <a:t>このコミットを手動で作った</a:t>
            </a:r>
            <a:endParaRPr kumimoji="1" lang="ja-JP" altLang="en-US" dirty="0"/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CA4DEC55-2676-44CB-9C83-940A9FC2D918}"/>
              </a:ext>
            </a:extLst>
          </p:cNvPr>
          <p:cNvCxnSpPr/>
          <p:nvPr/>
        </p:nvCxnSpPr>
        <p:spPr>
          <a:xfrm flipV="1">
            <a:off x="5652120" y="5301208"/>
            <a:ext cx="0" cy="64807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091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24EA4F3-2A94-4752-B5D0-C1B8F18F52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4</a:t>
            </a:r>
            <a:r>
              <a:rPr kumimoji="1" lang="en-US" altLang="ja-JP" dirty="0"/>
              <a:t> – Step 8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1368F5D-DB99-47C2-9F91-7C7177407D07}"/>
              </a:ext>
            </a:extLst>
          </p:cNvPr>
          <p:cNvSpPr txBox="1"/>
          <p:nvPr/>
        </p:nvSpPr>
        <p:spPr>
          <a:xfrm>
            <a:off x="251520" y="1268760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リベースの続行</a:t>
            </a:r>
            <a:endParaRPr kumimoji="1" lang="ja-JP" altLang="en-US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3941D13-C058-4BE6-98AD-43F3CD0121B6}"/>
              </a:ext>
            </a:extLst>
          </p:cNvPr>
          <p:cNvSpPr txBox="1"/>
          <p:nvPr/>
        </p:nvSpPr>
        <p:spPr>
          <a:xfrm>
            <a:off x="755576" y="1916832"/>
            <a:ext cx="314701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rebase --continue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CDA7BC35-796A-430C-BDA8-6338BCD53B32}"/>
              </a:ext>
            </a:extLst>
          </p:cNvPr>
          <p:cNvSpPr/>
          <p:nvPr/>
        </p:nvSpPr>
        <p:spPr>
          <a:xfrm>
            <a:off x="755576" y="452461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4">
            <a:extLst>
              <a:ext uri="{FF2B5EF4-FFF2-40B4-BE49-F238E27FC236}">
                <a16:creationId xmlns:a16="http://schemas.microsoft.com/office/drawing/2014/main" id="{0DA844EC-4D7C-4350-A258-14972D4714DB}"/>
              </a:ext>
            </a:extLst>
          </p:cNvPr>
          <p:cNvSpPr/>
          <p:nvPr/>
        </p:nvSpPr>
        <p:spPr>
          <a:xfrm>
            <a:off x="1547664" y="398444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A9471417-B0BC-4949-AE51-2B57CB86769D}"/>
              </a:ext>
            </a:extLst>
          </p:cNvPr>
          <p:cNvSpPr/>
          <p:nvPr/>
        </p:nvSpPr>
        <p:spPr>
          <a:xfrm>
            <a:off x="2627784" y="398444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168287FB-090E-4AE6-BF04-FC6779F65E5A}"/>
              </a:ext>
            </a:extLst>
          </p:cNvPr>
          <p:cNvCxnSpPr>
            <a:cxnSpLocks/>
            <a:stCxn id="5" idx="7"/>
            <a:endCxn id="6" idx="3"/>
          </p:cNvCxnSpPr>
          <p:nvPr/>
        </p:nvCxnSpPr>
        <p:spPr>
          <a:xfrm flipV="1">
            <a:off x="1001427" y="4230292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2F73E01-017F-427B-92CF-A87484EFE7E9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1835696" y="4128457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9">
            <a:extLst>
              <a:ext uri="{FF2B5EF4-FFF2-40B4-BE49-F238E27FC236}">
                <a16:creationId xmlns:a16="http://schemas.microsoft.com/office/drawing/2014/main" id="{4AAE3B66-3D78-4093-A88B-E6FB01C145E3}"/>
              </a:ext>
            </a:extLst>
          </p:cNvPr>
          <p:cNvSpPr/>
          <p:nvPr/>
        </p:nvSpPr>
        <p:spPr>
          <a:xfrm>
            <a:off x="3707904" y="399607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C73E97FE-B229-4096-851D-2420BBB6B0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2915816" y="414009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四角形: 1 つの角を切り取り 1 つの角を丸める 11">
            <a:extLst>
              <a:ext uri="{FF2B5EF4-FFF2-40B4-BE49-F238E27FC236}">
                <a16:creationId xmlns:a16="http://schemas.microsoft.com/office/drawing/2014/main" id="{51CC18D2-3D3D-4519-89DF-58B2167FDFE9}"/>
              </a:ext>
            </a:extLst>
          </p:cNvPr>
          <p:cNvSpPr/>
          <p:nvPr/>
        </p:nvSpPr>
        <p:spPr>
          <a:xfrm>
            <a:off x="3275856" y="329149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D928466C-2BBF-4460-9AF4-41B7BE7A702C}"/>
              </a:ext>
            </a:extLst>
          </p:cNvPr>
          <p:cNvCxnSpPr>
            <a:stCxn id="12" idx="1"/>
            <a:endCxn id="10" idx="0"/>
          </p:cNvCxnSpPr>
          <p:nvPr/>
        </p:nvCxnSpPr>
        <p:spPr>
          <a:xfrm>
            <a:off x="3851920" y="3629828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A03F334-E808-457D-9BF1-3D0B58850203}"/>
              </a:ext>
            </a:extLst>
          </p:cNvPr>
          <p:cNvSpPr txBox="1"/>
          <p:nvPr/>
        </p:nvSpPr>
        <p:spPr>
          <a:xfrm>
            <a:off x="1475656" y="428410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540B2D3-773A-45C5-A492-125362CC9AD9}"/>
              </a:ext>
            </a:extLst>
          </p:cNvPr>
          <p:cNvSpPr txBox="1"/>
          <p:nvPr/>
        </p:nvSpPr>
        <p:spPr>
          <a:xfrm>
            <a:off x="2555776" y="428410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CF0A9D-B9F4-410C-A2ED-23B08CD9DEBE}"/>
              </a:ext>
            </a:extLst>
          </p:cNvPr>
          <p:cNvSpPr txBox="1"/>
          <p:nvPr/>
        </p:nvSpPr>
        <p:spPr>
          <a:xfrm>
            <a:off x="3630004" y="428410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7" name="楕円 4">
            <a:extLst>
              <a:ext uri="{FF2B5EF4-FFF2-40B4-BE49-F238E27FC236}">
                <a16:creationId xmlns:a16="http://schemas.microsoft.com/office/drawing/2014/main" id="{18C43F2E-B428-4186-A43A-DCE67D62C20A}"/>
              </a:ext>
            </a:extLst>
          </p:cNvPr>
          <p:cNvSpPr/>
          <p:nvPr/>
        </p:nvSpPr>
        <p:spPr>
          <a:xfrm>
            <a:off x="471601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楕円 4">
            <a:extLst>
              <a:ext uri="{FF2B5EF4-FFF2-40B4-BE49-F238E27FC236}">
                <a16:creationId xmlns:a16="http://schemas.microsoft.com/office/drawing/2014/main" id="{67BEDF82-CA7E-4191-A420-684E9A61BCA8}"/>
              </a:ext>
            </a:extLst>
          </p:cNvPr>
          <p:cNvSpPr/>
          <p:nvPr/>
        </p:nvSpPr>
        <p:spPr>
          <a:xfrm>
            <a:off x="579613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8897F16A-3B0C-40CE-B69F-E3F3BCC48141}"/>
              </a:ext>
            </a:extLst>
          </p:cNvPr>
          <p:cNvSpPr/>
          <p:nvPr/>
        </p:nvSpPr>
        <p:spPr>
          <a:xfrm>
            <a:off x="687625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1EE08CF1-AC89-4B7A-AF53-6B76FF887876}"/>
              </a:ext>
            </a:extLst>
          </p:cNvPr>
          <p:cNvCxnSpPr>
            <a:cxnSpLocks/>
            <a:endCxn id="19" idx="2"/>
          </p:cNvCxnSpPr>
          <p:nvPr/>
        </p:nvCxnSpPr>
        <p:spPr>
          <a:xfrm>
            <a:off x="6084168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A7A035B-C14C-4030-A257-D874CED34828}"/>
              </a:ext>
            </a:extLst>
          </p:cNvPr>
          <p:cNvSpPr txBox="1"/>
          <p:nvPr/>
        </p:nvSpPr>
        <p:spPr>
          <a:xfrm>
            <a:off x="4644008" y="427759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4D7DF48-F23E-447D-80F4-BD11840DCFB1}"/>
              </a:ext>
            </a:extLst>
          </p:cNvPr>
          <p:cNvSpPr txBox="1"/>
          <p:nvPr/>
        </p:nvSpPr>
        <p:spPr>
          <a:xfrm>
            <a:off x="5724128" y="427759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D2455B2-5ACC-4DF3-953D-15363760A821}"/>
              </a:ext>
            </a:extLst>
          </p:cNvPr>
          <p:cNvSpPr txBox="1"/>
          <p:nvPr/>
        </p:nvSpPr>
        <p:spPr>
          <a:xfrm>
            <a:off x="6798356" y="427759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703D3F69-1AFA-4914-ADEE-65DACB74E65F}"/>
              </a:ext>
            </a:extLst>
          </p:cNvPr>
          <p:cNvCxnSpPr>
            <a:cxnSpLocks/>
            <a:stCxn id="10" idx="6"/>
            <a:endCxn id="17" idx="2"/>
          </p:cNvCxnSpPr>
          <p:nvPr/>
        </p:nvCxnSpPr>
        <p:spPr>
          <a:xfrm>
            <a:off x="3995936" y="4140090"/>
            <a:ext cx="720080" cy="899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BD596386-E3ED-4F9C-910D-D7865D2634C1}"/>
              </a:ext>
            </a:extLst>
          </p:cNvPr>
          <p:cNvCxnSpPr>
            <a:cxnSpLocks/>
            <a:stCxn id="17" idx="6"/>
            <a:endCxn id="18" idx="2"/>
          </p:cNvCxnSpPr>
          <p:nvPr/>
        </p:nvCxnSpPr>
        <p:spPr>
          <a:xfrm>
            <a:off x="5004048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BFEDD02-49C1-4BB4-9013-3658A5FCB3F8}"/>
              </a:ext>
            </a:extLst>
          </p:cNvPr>
          <p:cNvSpPr/>
          <p:nvPr/>
        </p:nvSpPr>
        <p:spPr>
          <a:xfrm>
            <a:off x="5004048" y="3068960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A903DBB2-6B90-41C7-97C2-916D60FD8CF9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5940152" y="3245877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四角形: 1 つの角を切り取り 1 つの角を丸める 29">
            <a:extLst>
              <a:ext uri="{FF2B5EF4-FFF2-40B4-BE49-F238E27FC236}">
                <a16:creationId xmlns:a16="http://schemas.microsoft.com/office/drawing/2014/main" id="{818116D2-D24B-4351-A6AB-147F004FE7C4}"/>
              </a:ext>
            </a:extLst>
          </p:cNvPr>
          <p:cNvSpPr/>
          <p:nvPr/>
        </p:nvSpPr>
        <p:spPr>
          <a:xfrm>
            <a:off x="6444208" y="3068960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51FC8340-BA29-402C-BBD5-C166467FB5A4}"/>
              </a:ext>
            </a:extLst>
          </p:cNvPr>
          <p:cNvCxnSpPr>
            <a:stCxn id="30" idx="1"/>
            <a:endCxn id="19" idx="0"/>
          </p:cNvCxnSpPr>
          <p:nvPr/>
        </p:nvCxnSpPr>
        <p:spPr>
          <a:xfrm>
            <a:off x="7020272" y="3407296"/>
            <a:ext cx="0" cy="59776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B5EEB841-E372-4E30-ACCC-399A29F7C13C}"/>
              </a:ext>
            </a:extLst>
          </p:cNvPr>
          <p:cNvSpPr txBox="1"/>
          <p:nvPr/>
        </p:nvSpPr>
        <p:spPr>
          <a:xfrm>
            <a:off x="1691680" y="5373216"/>
            <a:ext cx="6917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リベースが最後まで実行され、</a:t>
            </a:r>
            <a:r>
              <a:rPr lang="en-US" altLang="ja-JP" dirty="0"/>
              <a:t>detached HEAD</a:t>
            </a:r>
            <a:r>
              <a:rPr lang="ja-JP" altLang="en-US" dirty="0"/>
              <a:t>状態が解消される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35943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3CC53DF-D36D-495C-B65B-6BE220E3C6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課題</a:t>
            </a:r>
            <a:r>
              <a:rPr lang="en-US" altLang="ja-JP" dirty="0"/>
              <a:t>4</a:t>
            </a:r>
            <a:r>
              <a:rPr kumimoji="1" lang="en-US" altLang="ja-JP" dirty="0"/>
              <a:t> – </a:t>
            </a:r>
            <a:r>
              <a:rPr lang="en-US" altLang="ja-JP" dirty="0"/>
              <a:t>Step 9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A1DD501-DF3B-4752-BAB3-03924D4BF438}"/>
              </a:ext>
            </a:extLst>
          </p:cNvPr>
          <p:cNvSpPr txBox="1"/>
          <p:nvPr/>
        </p:nvSpPr>
        <p:spPr>
          <a:xfrm>
            <a:off x="251520" y="126876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歴史の確認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1892238-2B5D-4844-B82A-962A3CD5BA3B}"/>
              </a:ext>
            </a:extLst>
          </p:cNvPr>
          <p:cNvSpPr txBox="1"/>
          <p:nvPr/>
        </p:nvSpPr>
        <p:spPr>
          <a:xfrm>
            <a:off x="755576" y="1916832"/>
            <a:ext cx="371127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Consolas" panose="020B0609020204030204" pitchFamily="49" charset="0"/>
              </a:rPr>
              <a:t>git log --</a:t>
            </a:r>
            <a:r>
              <a:rPr kumimoji="1" lang="en-US" altLang="ja-JP" sz="2000" dirty="0" err="1">
                <a:latin typeface="Consolas" panose="020B0609020204030204" pitchFamily="49" charset="0"/>
              </a:rPr>
              <a:t>oneline</a:t>
            </a:r>
            <a:r>
              <a:rPr kumimoji="1" lang="en-US" altLang="ja-JP" sz="2000" dirty="0">
                <a:latin typeface="Consolas" panose="020B0609020204030204" pitchFamily="49" charset="0"/>
              </a:rPr>
              <a:t> --graph</a:t>
            </a:r>
            <a:endParaRPr kumimoji="1" lang="ja-JP" altLang="en-US" sz="2000" dirty="0">
              <a:latin typeface="Consolas" panose="020B0609020204030204" pitchFamily="49" charset="0"/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98B3F9FE-5BC2-4F91-ABB9-4750040C1FA5}"/>
              </a:ext>
            </a:extLst>
          </p:cNvPr>
          <p:cNvSpPr/>
          <p:nvPr/>
        </p:nvSpPr>
        <p:spPr>
          <a:xfrm>
            <a:off x="755576" y="4524618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4">
            <a:extLst>
              <a:ext uri="{FF2B5EF4-FFF2-40B4-BE49-F238E27FC236}">
                <a16:creationId xmlns:a16="http://schemas.microsoft.com/office/drawing/2014/main" id="{A35244DB-AAA3-469B-8C54-7717E04147C0}"/>
              </a:ext>
            </a:extLst>
          </p:cNvPr>
          <p:cNvSpPr/>
          <p:nvPr/>
        </p:nvSpPr>
        <p:spPr>
          <a:xfrm>
            <a:off x="1547664" y="398444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103ADBA3-ECB9-4799-8C1E-51CB4431A12A}"/>
              </a:ext>
            </a:extLst>
          </p:cNvPr>
          <p:cNvSpPr/>
          <p:nvPr/>
        </p:nvSpPr>
        <p:spPr>
          <a:xfrm>
            <a:off x="2627784" y="398444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AE128546-C57A-4D30-97CB-B08B9E585398}"/>
              </a:ext>
            </a:extLst>
          </p:cNvPr>
          <p:cNvCxnSpPr>
            <a:cxnSpLocks/>
            <a:stCxn id="6" idx="7"/>
            <a:endCxn id="7" idx="3"/>
          </p:cNvCxnSpPr>
          <p:nvPr/>
        </p:nvCxnSpPr>
        <p:spPr>
          <a:xfrm flipV="1">
            <a:off x="1001427" y="4230292"/>
            <a:ext cx="588418" cy="33650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DCA758E7-EF00-42BE-A8B8-7996AA89D260}"/>
              </a:ext>
            </a:extLst>
          </p:cNvPr>
          <p:cNvCxnSpPr>
            <a:cxnSpLocks/>
            <a:stCxn id="7" idx="6"/>
            <a:endCxn id="8" idx="2"/>
          </p:cNvCxnSpPr>
          <p:nvPr/>
        </p:nvCxnSpPr>
        <p:spPr>
          <a:xfrm>
            <a:off x="1835696" y="4128457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10">
            <a:extLst>
              <a:ext uri="{FF2B5EF4-FFF2-40B4-BE49-F238E27FC236}">
                <a16:creationId xmlns:a16="http://schemas.microsoft.com/office/drawing/2014/main" id="{C1B536E8-83DF-4842-8B3B-ABA74CB5BC64}"/>
              </a:ext>
            </a:extLst>
          </p:cNvPr>
          <p:cNvSpPr/>
          <p:nvPr/>
        </p:nvSpPr>
        <p:spPr>
          <a:xfrm>
            <a:off x="3707904" y="399607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96901EF0-37FD-46A7-8727-E0DB57638535}"/>
              </a:ext>
            </a:extLst>
          </p:cNvPr>
          <p:cNvCxnSpPr>
            <a:cxnSpLocks/>
            <a:endCxn id="11" idx="2"/>
          </p:cNvCxnSpPr>
          <p:nvPr/>
        </p:nvCxnSpPr>
        <p:spPr>
          <a:xfrm>
            <a:off x="2915816" y="414009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四角形: 1 つの角を切り取り 1 つの角を丸める 12">
            <a:extLst>
              <a:ext uri="{FF2B5EF4-FFF2-40B4-BE49-F238E27FC236}">
                <a16:creationId xmlns:a16="http://schemas.microsoft.com/office/drawing/2014/main" id="{334EB92B-A2E9-4EFE-9455-64E88CB1DC59}"/>
              </a:ext>
            </a:extLst>
          </p:cNvPr>
          <p:cNvSpPr/>
          <p:nvPr/>
        </p:nvSpPr>
        <p:spPr>
          <a:xfrm>
            <a:off x="3275856" y="329149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A561C966-463F-4F5B-828C-49CDB0298F79}"/>
              </a:ext>
            </a:extLst>
          </p:cNvPr>
          <p:cNvCxnSpPr>
            <a:stCxn id="13" idx="1"/>
            <a:endCxn id="11" idx="0"/>
          </p:cNvCxnSpPr>
          <p:nvPr/>
        </p:nvCxnSpPr>
        <p:spPr>
          <a:xfrm>
            <a:off x="3851920" y="3629828"/>
            <a:ext cx="0" cy="36624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94AFEB7-4D30-4A16-9D6A-FAAC8785BD2E}"/>
              </a:ext>
            </a:extLst>
          </p:cNvPr>
          <p:cNvSpPr txBox="1"/>
          <p:nvPr/>
        </p:nvSpPr>
        <p:spPr>
          <a:xfrm>
            <a:off x="1475656" y="428410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m1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2D8586C-8DA3-4794-89E3-37F7EB5F2BB7}"/>
              </a:ext>
            </a:extLst>
          </p:cNvPr>
          <p:cNvSpPr txBox="1"/>
          <p:nvPr/>
        </p:nvSpPr>
        <p:spPr>
          <a:xfrm>
            <a:off x="2555776" y="428410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m2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3E81022-8EEE-43DB-9B31-1BC810A80125}"/>
              </a:ext>
            </a:extLst>
          </p:cNvPr>
          <p:cNvSpPr txBox="1"/>
          <p:nvPr/>
        </p:nvSpPr>
        <p:spPr>
          <a:xfrm>
            <a:off x="3630004" y="428410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m3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18" name="楕円 4">
            <a:extLst>
              <a:ext uri="{FF2B5EF4-FFF2-40B4-BE49-F238E27FC236}">
                <a16:creationId xmlns:a16="http://schemas.microsoft.com/office/drawing/2014/main" id="{68372511-B347-4079-9E4C-2EB0E90B87BA}"/>
              </a:ext>
            </a:extLst>
          </p:cNvPr>
          <p:cNvSpPr/>
          <p:nvPr/>
        </p:nvSpPr>
        <p:spPr>
          <a:xfrm>
            <a:off x="471601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4">
            <a:extLst>
              <a:ext uri="{FF2B5EF4-FFF2-40B4-BE49-F238E27FC236}">
                <a16:creationId xmlns:a16="http://schemas.microsoft.com/office/drawing/2014/main" id="{94749372-E93B-4B05-BBCE-AE225272706D}"/>
              </a:ext>
            </a:extLst>
          </p:cNvPr>
          <p:cNvSpPr/>
          <p:nvPr/>
        </p:nvSpPr>
        <p:spPr>
          <a:xfrm>
            <a:off x="579613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792CEAC7-A0F4-4B42-865B-91E614D5E019}"/>
              </a:ext>
            </a:extLst>
          </p:cNvPr>
          <p:cNvSpPr/>
          <p:nvPr/>
        </p:nvSpPr>
        <p:spPr>
          <a:xfrm>
            <a:off x="6876256" y="400506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DEA3F7D5-0AA4-40ED-9DC6-DBEAD1A34A9E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6084168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6DE142D-E4B3-44CB-A3A6-68DF4DD08532}"/>
              </a:ext>
            </a:extLst>
          </p:cNvPr>
          <p:cNvSpPr txBox="1"/>
          <p:nvPr/>
        </p:nvSpPr>
        <p:spPr>
          <a:xfrm>
            <a:off x="4644008" y="427759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onsolas" panose="020B0609020204030204" pitchFamily="49" charset="0"/>
              </a:rPr>
              <a:t>f1’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DB3DCFF2-6C71-42AB-BF92-4E58DC576721}"/>
              </a:ext>
            </a:extLst>
          </p:cNvPr>
          <p:cNvSpPr txBox="1"/>
          <p:nvPr/>
        </p:nvSpPr>
        <p:spPr>
          <a:xfrm>
            <a:off x="5724128" y="427759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f2’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58C07F7-3FB1-422F-8B40-BAC60733F4DA}"/>
              </a:ext>
            </a:extLst>
          </p:cNvPr>
          <p:cNvSpPr txBox="1"/>
          <p:nvPr/>
        </p:nvSpPr>
        <p:spPr>
          <a:xfrm>
            <a:off x="6798356" y="427759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f3’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8EBB88EC-4A7D-42DD-9AC4-744D5A66BDD3}"/>
              </a:ext>
            </a:extLst>
          </p:cNvPr>
          <p:cNvCxnSpPr>
            <a:cxnSpLocks/>
            <a:stCxn id="11" idx="6"/>
            <a:endCxn id="18" idx="2"/>
          </p:cNvCxnSpPr>
          <p:nvPr/>
        </p:nvCxnSpPr>
        <p:spPr>
          <a:xfrm>
            <a:off x="3995936" y="4140090"/>
            <a:ext cx="720080" cy="899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BF907892-8D01-4B09-A073-587B49AEACDB}"/>
              </a:ext>
            </a:extLst>
          </p:cNvPr>
          <p:cNvCxnSpPr>
            <a:cxnSpLocks/>
            <a:stCxn id="18" idx="6"/>
            <a:endCxn id="19" idx="2"/>
          </p:cNvCxnSpPr>
          <p:nvPr/>
        </p:nvCxnSpPr>
        <p:spPr>
          <a:xfrm>
            <a:off x="5004048" y="4149080"/>
            <a:ext cx="792088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C28FF969-4F48-4A69-B566-03DAB1AAB582}"/>
              </a:ext>
            </a:extLst>
          </p:cNvPr>
          <p:cNvSpPr/>
          <p:nvPr/>
        </p:nvSpPr>
        <p:spPr>
          <a:xfrm>
            <a:off x="5004048" y="3284984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FFC2483-EFF3-4144-9733-419FDAEF4B51}"/>
              </a:ext>
            </a:extLst>
          </p:cNvPr>
          <p:cNvCxnSpPr>
            <a:cxnSpLocks/>
            <a:stCxn id="27" idx="3"/>
          </p:cNvCxnSpPr>
          <p:nvPr/>
        </p:nvCxnSpPr>
        <p:spPr>
          <a:xfrm flipV="1">
            <a:off x="5940152" y="3461901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四角形: 1 つの角を切り取り 1 つの角を丸める 28">
            <a:extLst>
              <a:ext uri="{FF2B5EF4-FFF2-40B4-BE49-F238E27FC236}">
                <a16:creationId xmlns:a16="http://schemas.microsoft.com/office/drawing/2014/main" id="{6495732A-68E5-4416-8550-E7865F71B757}"/>
              </a:ext>
            </a:extLst>
          </p:cNvPr>
          <p:cNvSpPr/>
          <p:nvPr/>
        </p:nvSpPr>
        <p:spPr>
          <a:xfrm>
            <a:off x="6444208" y="328498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2EF378AD-9283-46A6-8940-4E01DF75BBDF}"/>
              </a:ext>
            </a:extLst>
          </p:cNvPr>
          <p:cNvCxnSpPr>
            <a:cxnSpLocks/>
            <a:stCxn id="29" idx="1"/>
            <a:endCxn id="20" idx="0"/>
          </p:cNvCxnSpPr>
          <p:nvPr/>
        </p:nvCxnSpPr>
        <p:spPr>
          <a:xfrm>
            <a:off x="7020272" y="3623320"/>
            <a:ext cx="0" cy="38174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66F09D0-B3C5-4C8F-9CAA-C1280D29A6B9}"/>
              </a:ext>
            </a:extLst>
          </p:cNvPr>
          <p:cNvSpPr txBox="1"/>
          <p:nvPr/>
        </p:nvSpPr>
        <p:spPr>
          <a:xfrm>
            <a:off x="2339752" y="5229200"/>
            <a:ext cx="56092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もともと分岐していた歴史が一本道になり、</a:t>
            </a:r>
            <a:endParaRPr kumimoji="1" lang="en-US" altLang="ja-JP" dirty="0"/>
          </a:p>
          <a:p>
            <a:r>
              <a:rPr lang="en-US" altLang="ja-JP" dirty="0"/>
              <a:t>main</a:t>
            </a:r>
            <a:r>
              <a:rPr lang="ja-JP" altLang="en-US" dirty="0"/>
              <a:t>から</a:t>
            </a:r>
            <a:r>
              <a:rPr lang="en-US" altLang="ja-JP" dirty="0"/>
              <a:t>branch</a:t>
            </a:r>
            <a:r>
              <a:rPr lang="ja-JP" altLang="en-US" dirty="0"/>
              <a:t>へ</a:t>
            </a:r>
            <a:r>
              <a:rPr lang="en-US" altLang="ja-JP" dirty="0"/>
              <a:t>fast-forward</a:t>
            </a:r>
            <a:r>
              <a:rPr lang="ja-JP" altLang="en-US" dirty="0"/>
              <a:t>マージが可能になった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9488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EE9172-B9B4-45B2-BEA4-883E669300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 dirty="0"/>
              <a:t>5 Step 1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918FFEB-51D5-2927-3AE7-6EA5C21BE2C4}"/>
              </a:ext>
            </a:extLst>
          </p:cNvPr>
          <p:cNvSpPr txBox="1"/>
          <p:nvPr/>
        </p:nvSpPr>
        <p:spPr>
          <a:xfrm>
            <a:off x="179512" y="980728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リポジトリのクローン</a:t>
            </a:r>
            <a:endParaRPr kumimoji="1" lang="ja-JP" altLang="en-US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E5011AA-F7F3-2871-30A9-0DF9E8D6B0BC}"/>
              </a:ext>
            </a:extLst>
          </p:cNvPr>
          <p:cNvSpPr txBox="1"/>
          <p:nvPr/>
        </p:nvSpPr>
        <p:spPr>
          <a:xfrm>
            <a:off x="395536" y="1556792"/>
            <a:ext cx="7656263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cd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cd github</a:t>
            </a:r>
          </a:p>
          <a:p>
            <a:r>
              <a:rPr lang="en-US" altLang="ja-JP" dirty="0">
                <a:latin typeface="Consolas" panose="020B0609020204030204" pitchFamily="49" charset="0"/>
              </a:rPr>
              <a:t>git clone https://github.com/cpss2026-git/bisect-</a:t>
            </a:r>
            <a:r>
              <a:rPr lang="en-US" altLang="ja-JP" dirty="0" err="1">
                <a:latin typeface="Consolas" panose="020B0609020204030204" pitchFamily="49" charset="0"/>
              </a:rPr>
              <a:t>sample.git</a:t>
            </a:r>
            <a:endParaRPr lang="en-US" altLang="ja-JP" dirty="0">
              <a:latin typeface="Consolas" panose="020B0609020204030204" pitchFamily="49" charset="0"/>
            </a:endParaRPr>
          </a:p>
          <a:p>
            <a:r>
              <a:rPr lang="en-US" altLang="ja-JP" dirty="0">
                <a:latin typeface="Consolas" panose="020B0609020204030204" pitchFamily="49" charset="0"/>
              </a:rPr>
              <a:t>cd bisect-sample</a:t>
            </a:r>
            <a:endParaRPr kumimoji="1" lang="ja-JP" altLang="en-US" dirty="0">
              <a:latin typeface="Consolas" panose="020B0609020204030204" pitchFamily="49" charset="0"/>
            </a:endParaRPr>
          </a:p>
        </p:txBody>
      </p:sp>
      <p:pic>
        <p:nvPicPr>
          <p:cNvPr id="6" name="Picture 2" descr="フォルダのイラスト">
            <a:extLst>
              <a:ext uri="{FF2B5EF4-FFF2-40B4-BE49-F238E27FC236}">
                <a16:creationId xmlns:a16="http://schemas.microsoft.com/office/drawing/2014/main" id="{F01BE685-4DE6-45F4-1CBA-2029D8B2A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フォルダのイラスト">
            <a:extLst>
              <a:ext uri="{FF2B5EF4-FFF2-40B4-BE49-F238E27FC236}">
                <a16:creationId xmlns:a16="http://schemas.microsoft.com/office/drawing/2014/main" id="{4280C141-038E-8A37-BA5D-1A68F320F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044F4CF-E03A-5992-8B53-841783F8BDD3}"/>
              </a:ext>
            </a:extLst>
          </p:cNvPr>
          <p:cNvSpPr txBox="1"/>
          <p:nvPr/>
        </p:nvSpPr>
        <p:spPr>
          <a:xfrm>
            <a:off x="2915816" y="4365104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github</a:t>
            </a:r>
            <a:endParaRPr kumimoji="1" lang="ja-JP" altLang="en-US" dirty="0"/>
          </a:p>
        </p:txBody>
      </p:sp>
      <p:pic>
        <p:nvPicPr>
          <p:cNvPr id="9" name="Picture 2" descr="家のイラスト7">
            <a:extLst>
              <a:ext uri="{FF2B5EF4-FFF2-40B4-BE49-F238E27FC236}">
                <a16:creationId xmlns:a16="http://schemas.microsoft.com/office/drawing/2014/main" id="{86B593F8-4A04-DD35-F284-9C9689DEE3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4005064"/>
            <a:ext cx="360040" cy="336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ED695CDD-E573-18B7-012D-C098FE6FA7FE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2465766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2" descr="フォルダのイラスト">
            <a:extLst>
              <a:ext uri="{FF2B5EF4-FFF2-40B4-BE49-F238E27FC236}">
                <a16:creationId xmlns:a16="http://schemas.microsoft.com/office/drawing/2014/main" id="{07F6DB64-764C-A7CB-E1C3-406A3600C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3861048"/>
            <a:ext cx="702078" cy="58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A71FD7CC-9F31-E7E2-E7ED-0BB91997E17A}"/>
              </a:ext>
            </a:extLst>
          </p:cNvPr>
          <p:cNvCxnSpPr>
            <a:endCxn id="11" idx="1"/>
          </p:cNvCxnSpPr>
          <p:nvPr/>
        </p:nvCxnSpPr>
        <p:spPr>
          <a:xfrm>
            <a:off x="3689902" y="4155043"/>
            <a:ext cx="52205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11A10EB-9B72-CEFE-A4A1-934148D78034}"/>
              </a:ext>
            </a:extLst>
          </p:cNvPr>
          <p:cNvSpPr txBox="1"/>
          <p:nvPr/>
        </p:nvSpPr>
        <p:spPr>
          <a:xfrm>
            <a:off x="3779912" y="4365104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Consolas" panose="020B0609020204030204" pitchFamily="49" charset="0"/>
              </a:rPr>
              <a:t>bisect-sample</a:t>
            </a:r>
            <a:endParaRPr kumimoji="1" lang="ja-JP" altLang="en-US" dirty="0"/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36942689-ADAD-FF72-9E87-778DC240A1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4005064"/>
            <a:ext cx="360040" cy="36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手を上げている男の子のイラスト">
            <a:extLst>
              <a:ext uri="{FF2B5EF4-FFF2-40B4-BE49-F238E27FC236}">
                <a16:creationId xmlns:a16="http://schemas.microsoft.com/office/drawing/2014/main" id="{042DDE6F-B490-0CBA-4842-3B122BCC1D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3284984"/>
            <a:ext cx="385188" cy="53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41CD50A-D9A5-1DE4-412D-DD84867BCC72}"/>
              </a:ext>
            </a:extLst>
          </p:cNvPr>
          <p:cNvSpPr txBox="1"/>
          <p:nvPr/>
        </p:nvSpPr>
        <p:spPr>
          <a:xfrm>
            <a:off x="4860032" y="3284984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ここがカレントディレクトリに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86442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1">
            <a:extLst>
              <a:ext uri="{FF2B5EF4-FFF2-40B4-BE49-F238E27FC236}">
                <a16:creationId xmlns:a16="http://schemas.microsoft.com/office/drawing/2014/main" id="{A47B357C-AAC0-4DC0-1230-2AEB5FDE69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課題</a:t>
            </a:r>
            <a:r>
              <a:rPr kumimoji="1" lang="en-US" altLang="ja-JP" dirty="0"/>
              <a:t>5 Step 2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F71E762-3BA1-BDE1-E8E9-4F93E272DB69}"/>
              </a:ext>
            </a:extLst>
          </p:cNvPr>
          <p:cNvSpPr txBox="1"/>
          <p:nvPr/>
        </p:nvSpPr>
        <p:spPr>
          <a:xfrm>
            <a:off x="837685" y="3290425"/>
            <a:ext cx="2903359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$ ./</a:t>
            </a:r>
            <a:r>
              <a:rPr lang="en-US" altLang="ja-JP" sz="2400" dirty="0" err="1">
                <a:latin typeface="Consolas" panose="020B0609020204030204" pitchFamily="49" charset="0"/>
              </a:rPr>
              <a:t>evenodd.sh</a:t>
            </a:r>
            <a:r>
              <a:rPr lang="en-US" altLang="ja-JP" sz="2400" dirty="0">
                <a:latin typeface="Consolas" panose="020B0609020204030204" pitchFamily="49" charset="0"/>
              </a:rPr>
              <a:t> 1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odd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$ ./</a:t>
            </a:r>
            <a:r>
              <a:rPr lang="en-US" altLang="ja-JP" sz="2400" dirty="0" err="1">
                <a:latin typeface="Consolas" panose="020B0609020204030204" pitchFamily="49" charset="0"/>
              </a:rPr>
              <a:t>evenodd.sh</a:t>
            </a:r>
            <a:r>
              <a:rPr lang="en-US" altLang="ja-JP" sz="2400" dirty="0">
                <a:latin typeface="Consolas" panose="020B0609020204030204" pitchFamily="49" charset="0"/>
              </a:rPr>
              <a:t> 2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even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F01C948-15E0-B7EB-4494-EDB1C97BBFB2}"/>
              </a:ext>
            </a:extLst>
          </p:cNvPr>
          <p:cNvSpPr txBox="1"/>
          <p:nvPr/>
        </p:nvSpPr>
        <p:spPr>
          <a:xfrm>
            <a:off x="169993" y="1208032"/>
            <a:ext cx="844333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err="1"/>
              <a:t>evenodd.sh</a:t>
            </a:r>
            <a:endParaRPr lang="en-US" altLang="ja-JP" sz="2800" dirty="0"/>
          </a:p>
          <a:p>
            <a:r>
              <a:rPr lang="ja-JP" altLang="en-US" sz="2800"/>
              <a:t>　</a:t>
            </a:r>
            <a:r>
              <a:rPr kumimoji="1" lang="ja-JP" altLang="en-US" sz="2800"/>
              <a:t>与えられた整数が偶数か奇数かを判定するコード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85269A8-36E8-6AAC-E2F7-03D93F1CAAB7}"/>
              </a:ext>
            </a:extLst>
          </p:cNvPr>
          <p:cNvSpPr txBox="1"/>
          <p:nvPr/>
        </p:nvSpPr>
        <p:spPr>
          <a:xfrm>
            <a:off x="175425" y="264959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想定する動作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279A5C3-F8F0-F34A-1A1E-BF432647EAB4}"/>
              </a:ext>
            </a:extLst>
          </p:cNvPr>
          <p:cNvSpPr txBox="1"/>
          <p:nvPr/>
        </p:nvSpPr>
        <p:spPr>
          <a:xfrm>
            <a:off x="175425" y="5301208"/>
            <a:ext cx="7366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実際の出力を確認し、バグがあることを確認</a:t>
            </a:r>
          </a:p>
        </p:txBody>
      </p:sp>
    </p:spTree>
    <p:extLst>
      <p:ext uri="{BB962C8B-B14F-4D97-AF65-F5344CB8AC3E}">
        <p14:creationId xmlns:p14="http://schemas.microsoft.com/office/powerpoint/2010/main" val="9919315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FBD6362-13EA-5E71-7648-602216C87B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5 Step 3</a:t>
            </a:r>
            <a:endParaRPr lang="ja-JP" alt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E34A5388-B098-B32F-5C89-A05FA9E1E064}"/>
              </a:ext>
            </a:extLst>
          </p:cNvPr>
          <p:cNvSpPr/>
          <p:nvPr/>
        </p:nvSpPr>
        <p:spPr>
          <a:xfrm>
            <a:off x="791580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6">
            <a:extLst>
              <a:ext uri="{FF2B5EF4-FFF2-40B4-BE49-F238E27FC236}">
                <a16:creationId xmlns:a16="http://schemas.microsoft.com/office/drawing/2014/main" id="{1E889200-7F87-29D2-C910-552C15EC8CEB}"/>
              </a:ext>
            </a:extLst>
          </p:cNvPr>
          <p:cNvSpPr/>
          <p:nvPr/>
        </p:nvSpPr>
        <p:spPr>
          <a:xfrm>
            <a:off x="1583668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962FF51-C755-7A49-B4FB-39F9EEA1A466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>
            <a:off x="1079612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6">
            <a:extLst>
              <a:ext uri="{FF2B5EF4-FFF2-40B4-BE49-F238E27FC236}">
                <a16:creationId xmlns:a16="http://schemas.microsoft.com/office/drawing/2014/main" id="{EA2FE28F-CC3F-ACC9-AFA9-245B5364C28F}"/>
              </a:ext>
            </a:extLst>
          </p:cNvPr>
          <p:cNvSpPr/>
          <p:nvPr/>
        </p:nvSpPr>
        <p:spPr>
          <a:xfrm>
            <a:off x="2375756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C1BCA268-15D9-0535-8A9B-033E2AF9070F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1871700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6">
            <a:extLst>
              <a:ext uri="{FF2B5EF4-FFF2-40B4-BE49-F238E27FC236}">
                <a16:creationId xmlns:a16="http://schemas.microsoft.com/office/drawing/2014/main" id="{1CC98E71-36C5-C0F3-4364-215E4F51AC99}"/>
              </a:ext>
            </a:extLst>
          </p:cNvPr>
          <p:cNvSpPr/>
          <p:nvPr/>
        </p:nvSpPr>
        <p:spPr>
          <a:xfrm>
            <a:off x="3167844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D770D02-9A5B-AD3E-855C-723E3CCCC1D9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663788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6">
            <a:extLst>
              <a:ext uri="{FF2B5EF4-FFF2-40B4-BE49-F238E27FC236}">
                <a16:creationId xmlns:a16="http://schemas.microsoft.com/office/drawing/2014/main" id="{46213DC2-F5C9-E80C-9AD9-5B25205D7A49}"/>
              </a:ext>
            </a:extLst>
          </p:cNvPr>
          <p:cNvSpPr/>
          <p:nvPr/>
        </p:nvSpPr>
        <p:spPr>
          <a:xfrm>
            <a:off x="3959932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666CF0C1-895F-E9A6-A7FC-4E9861316BEA}"/>
              </a:ext>
            </a:extLst>
          </p:cNvPr>
          <p:cNvCxnSpPr>
            <a:cxnSpLocks/>
            <a:endCxn id="11" idx="2"/>
          </p:cNvCxnSpPr>
          <p:nvPr/>
        </p:nvCxnSpPr>
        <p:spPr>
          <a:xfrm>
            <a:off x="3455876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6">
            <a:extLst>
              <a:ext uri="{FF2B5EF4-FFF2-40B4-BE49-F238E27FC236}">
                <a16:creationId xmlns:a16="http://schemas.microsoft.com/office/drawing/2014/main" id="{84B835AB-BAF6-6091-C6FC-10512045829C}"/>
              </a:ext>
            </a:extLst>
          </p:cNvPr>
          <p:cNvSpPr/>
          <p:nvPr/>
        </p:nvSpPr>
        <p:spPr>
          <a:xfrm>
            <a:off x="4752020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216BAA0A-770A-1686-B1D8-5D6D3645366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4247964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楕円 6">
            <a:extLst>
              <a:ext uri="{FF2B5EF4-FFF2-40B4-BE49-F238E27FC236}">
                <a16:creationId xmlns:a16="http://schemas.microsoft.com/office/drawing/2014/main" id="{0BAB9D3D-265F-EFDA-1194-A5FFB4578AAC}"/>
              </a:ext>
            </a:extLst>
          </p:cNvPr>
          <p:cNvSpPr/>
          <p:nvPr/>
        </p:nvSpPr>
        <p:spPr>
          <a:xfrm>
            <a:off x="5544108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E948ABF2-D9C2-0728-06D2-5EC092CA8576}"/>
              </a:ext>
            </a:extLst>
          </p:cNvPr>
          <p:cNvCxnSpPr>
            <a:cxnSpLocks/>
            <a:endCxn id="15" idx="2"/>
          </p:cNvCxnSpPr>
          <p:nvPr/>
        </p:nvCxnSpPr>
        <p:spPr>
          <a:xfrm>
            <a:off x="5040052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楕円 6">
            <a:extLst>
              <a:ext uri="{FF2B5EF4-FFF2-40B4-BE49-F238E27FC236}">
                <a16:creationId xmlns:a16="http://schemas.microsoft.com/office/drawing/2014/main" id="{B38E358D-A9CD-F558-8656-2F24DFC561A6}"/>
              </a:ext>
            </a:extLst>
          </p:cNvPr>
          <p:cNvSpPr/>
          <p:nvPr/>
        </p:nvSpPr>
        <p:spPr>
          <a:xfrm>
            <a:off x="6336196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7D19970F-ABE3-A83B-49B6-EA9AA9E459D8}"/>
              </a:ext>
            </a:extLst>
          </p:cNvPr>
          <p:cNvCxnSpPr>
            <a:cxnSpLocks/>
            <a:endCxn id="17" idx="2"/>
          </p:cNvCxnSpPr>
          <p:nvPr/>
        </p:nvCxnSpPr>
        <p:spPr>
          <a:xfrm>
            <a:off x="5832140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楕円 6">
            <a:extLst>
              <a:ext uri="{FF2B5EF4-FFF2-40B4-BE49-F238E27FC236}">
                <a16:creationId xmlns:a16="http://schemas.microsoft.com/office/drawing/2014/main" id="{7E56EB5C-0A9D-7C3E-4A0C-066FF29E990B}"/>
              </a:ext>
            </a:extLst>
          </p:cNvPr>
          <p:cNvSpPr/>
          <p:nvPr/>
        </p:nvSpPr>
        <p:spPr>
          <a:xfrm>
            <a:off x="7128284" y="410005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6AC21721-9528-57D9-53E6-80C95254BD9E}"/>
              </a:ext>
            </a:extLst>
          </p:cNvPr>
          <p:cNvCxnSpPr>
            <a:cxnSpLocks/>
            <a:endCxn id="19" idx="2"/>
          </p:cNvCxnSpPr>
          <p:nvPr/>
        </p:nvCxnSpPr>
        <p:spPr>
          <a:xfrm>
            <a:off x="6624228" y="424407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楕円 6">
            <a:extLst>
              <a:ext uri="{FF2B5EF4-FFF2-40B4-BE49-F238E27FC236}">
                <a16:creationId xmlns:a16="http://schemas.microsoft.com/office/drawing/2014/main" id="{53E36321-4C92-2FBF-4C7D-96496F07177A}"/>
              </a:ext>
            </a:extLst>
          </p:cNvPr>
          <p:cNvSpPr/>
          <p:nvPr/>
        </p:nvSpPr>
        <p:spPr>
          <a:xfrm>
            <a:off x="7920372" y="408169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52AC71EB-9070-D565-A4BE-78022F76023A}"/>
              </a:ext>
            </a:extLst>
          </p:cNvPr>
          <p:cNvCxnSpPr>
            <a:cxnSpLocks/>
            <a:endCxn id="21" idx="2"/>
          </p:cNvCxnSpPr>
          <p:nvPr/>
        </p:nvCxnSpPr>
        <p:spPr>
          <a:xfrm>
            <a:off x="7416316" y="4225711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四角形: 1 つの角を切り取り 1 つの角を丸める 26">
            <a:extLst>
              <a:ext uri="{FF2B5EF4-FFF2-40B4-BE49-F238E27FC236}">
                <a16:creationId xmlns:a16="http://schemas.microsoft.com/office/drawing/2014/main" id="{1F4BC6AA-A415-6095-89ED-7A8F6F0B703D}"/>
              </a:ext>
            </a:extLst>
          </p:cNvPr>
          <p:cNvSpPr/>
          <p:nvPr/>
        </p:nvSpPr>
        <p:spPr>
          <a:xfrm>
            <a:off x="7092280" y="3090664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0" name="四角形: 1 つの角を切り取り 1 つの角を丸める 27">
            <a:extLst>
              <a:ext uri="{FF2B5EF4-FFF2-40B4-BE49-F238E27FC236}">
                <a16:creationId xmlns:a16="http://schemas.microsoft.com/office/drawing/2014/main" id="{4BD34143-1F76-0944-0823-6328C71FDBA4}"/>
              </a:ext>
            </a:extLst>
          </p:cNvPr>
          <p:cNvSpPr/>
          <p:nvPr/>
        </p:nvSpPr>
        <p:spPr>
          <a:xfrm>
            <a:off x="438684" y="5586080"/>
            <a:ext cx="2088232" cy="288032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origin/root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35" name="カギ線コネクタ 34">
            <a:extLst>
              <a:ext uri="{FF2B5EF4-FFF2-40B4-BE49-F238E27FC236}">
                <a16:creationId xmlns:a16="http://schemas.microsoft.com/office/drawing/2014/main" id="{C09BB6CE-583E-C083-0142-112BC6EDA5A1}"/>
              </a:ext>
            </a:extLst>
          </p:cNvPr>
          <p:cNvCxnSpPr>
            <a:stCxn id="30" idx="3"/>
            <a:endCxn id="3" idx="4"/>
          </p:cNvCxnSpPr>
          <p:nvPr/>
        </p:nvCxnSpPr>
        <p:spPr>
          <a:xfrm rot="16200000" flipV="1">
            <a:off x="610202" y="4713482"/>
            <a:ext cx="1197992" cy="54720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カギ線コネクタ 37">
            <a:extLst>
              <a:ext uri="{FF2B5EF4-FFF2-40B4-BE49-F238E27FC236}">
                <a16:creationId xmlns:a16="http://schemas.microsoft.com/office/drawing/2014/main" id="{EC9D0037-4818-841B-0E9C-9D88F146F0D6}"/>
              </a:ext>
            </a:extLst>
          </p:cNvPr>
          <p:cNvCxnSpPr>
            <a:stCxn id="23" idx="1"/>
            <a:endCxn id="21" idx="0"/>
          </p:cNvCxnSpPr>
          <p:nvPr/>
        </p:nvCxnSpPr>
        <p:spPr>
          <a:xfrm rot="16200000" flipH="1">
            <a:off x="7540019" y="3557325"/>
            <a:ext cx="652695" cy="39604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62D45FF0-1DE6-B093-4642-1C5380290766}"/>
              </a:ext>
            </a:extLst>
          </p:cNvPr>
          <p:cNvSpPr/>
          <p:nvPr/>
        </p:nvSpPr>
        <p:spPr>
          <a:xfrm>
            <a:off x="359532" y="3068959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DA63D4DE-CA2E-C8D6-4D19-E6486920FA13}"/>
              </a:ext>
            </a:extLst>
          </p:cNvPr>
          <p:cNvCxnSpPr>
            <a:cxnSpLocks/>
            <a:stCxn id="42" idx="3"/>
          </p:cNvCxnSpPr>
          <p:nvPr/>
        </p:nvCxnSpPr>
        <p:spPr>
          <a:xfrm flipV="1">
            <a:off x="1295636" y="3245876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四角形: 1 つの角を切り取り 1 つの角を丸める 28">
            <a:extLst>
              <a:ext uri="{FF2B5EF4-FFF2-40B4-BE49-F238E27FC236}">
                <a16:creationId xmlns:a16="http://schemas.microsoft.com/office/drawing/2014/main" id="{324F4768-8315-1ABB-6344-F9B12B5A428B}"/>
              </a:ext>
            </a:extLst>
          </p:cNvPr>
          <p:cNvSpPr/>
          <p:nvPr/>
        </p:nvSpPr>
        <p:spPr>
          <a:xfrm>
            <a:off x="1799692" y="3068959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branch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46" name="カギ線コネクタ 45">
            <a:extLst>
              <a:ext uri="{FF2B5EF4-FFF2-40B4-BE49-F238E27FC236}">
                <a16:creationId xmlns:a16="http://schemas.microsoft.com/office/drawing/2014/main" id="{C3ADC076-8B0F-565A-1C69-52C4B6A65125}"/>
              </a:ext>
            </a:extLst>
          </p:cNvPr>
          <p:cNvCxnSpPr>
            <a:stCxn id="44" idx="1"/>
            <a:endCxn id="3" idx="0"/>
          </p:cNvCxnSpPr>
          <p:nvPr/>
        </p:nvCxnSpPr>
        <p:spPr>
          <a:xfrm rot="5400000">
            <a:off x="1309296" y="3033595"/>
            <a:ext cx="692761" cy="144016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234F96AD-FE7F-6BD5-2F21-FABB4147A757}"/>
              </a:ext>
            </a:extLst>
          </p:cNvPr>
          <p:cNvSpPr txBox="1"/>
          <p:nvPr/>
        </p:nvSpPr>
        <p:spPr>
          <a:xfrm>
            <a:off x="359148" y="1988452"/>
            <a:ext cx="273344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switch root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941E86C1-FA28-1256-C6BB-EBD2A543DF4D}"/>
              </a:ext>
            </a:extLst>
          </p:cNvPr>
          <p:cNvSpPr txBox="1"/>
          <p:nvPr/>
        </p:nvSpPr>
        <p:spPr>
          <a:xfrm>
            <a:off x="139304" y="1189401"/>
            <a:ext cx="81051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origin/root</a:t>
            </a:r>
            <a:r>
              <a:rPr kumimoji="1" lang="ja-JP" altLang="en-US" sz="2000"/>
              <a:t>から</a:t>
            </a:r>
            <a:r>
              <a:rPr kumimoji="1" lang="en-US" altLang="ja-JP" sz="2000" dirty="0"/>
              <a:t>root</a:t>
            </a:r>
            <a:r>
              <a:rPr kumimoji="1" lang="ja-JP" altLang="en-US" sz="2000"/>
              <a:t>ブランチを作成し、カレントブランチを</a:t>
            </a:r>
            <a:r>
              <a:rPr kumimoji="1" lang="en-US" altLang="ja-JP" sz="2000" dirty="0"/>
              <a:t>root</a:t>
            </a:r>
            <a:r>
              <a:rPr kumimoji="1" lang="ja-JP" altLang="en-US" sz="2000"/>
              <a:t>に変更</a:t>
            </a:r>
          </a:p>
        </p:txBody>
      </p:sp>
    </p:spTree>
    <p:extLst>
      <p:ext uri="{BB962C8B-B14F-4D97-AF65-F5344CB8AC3E}">
        <p14:creationId xmlns:p14="http://schemas.microsoft.com/office/powerpoint/2010/main" val="2572571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61E1E77-A0E2-6E94-4EB3-F3A14FC0A2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5 Step 4</a:t>
            </a:r>
            <a:endParaRPr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B1907DE-B1FD-BC21-9C38-C8CFFA57E2B9}"/>
              </a:ext>
            </a:extLst>
          </p:cNvPr>
          <p:cNvSpPr txBox="1"/>
          <p:nvPr/>
        </p:nvSpPr>
        <p:spPr>
          <a:xfrm>
            <a:off x="971600" y="1988840"/>
            <a:ext cx="2903359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$ ./</a:t>
            </a:r>
            <a:r>
              <a:rPr lang="en-US" altLang="ja-JP" sz="2400" dirty="0" err="1">
                <a:latin typeface="Consolas" panose="020B0609020204030204" pitchFamily="49" charset="0"/>
              </a:rPr>
              <a:t>evenodd.sh</a:t>
            </a:r>
            <a:r>
              <a:rPr lang="en-US" altLang="ja-JP" sz="2400" dirty="0">
                <a:latin typeface="Consolas" panose="020B0609020204030204" pitchFamily="49" charset="0"/>
              </a:rPr>
              <a:t> 1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odd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$ ./</a:t>
            </a:r>
            <a:r>
              <a:rPr lang="en-US" altLang="ja-JP" sz="2400" dirty="0" err="1">
                <a:latin typeface="Consolas" panose="020B0609020204030204" pitchFamily="49" charset="0"/>
              </a:rPr>
              <a:t>evenodd.sh</a:t>
            </a:r>
            <a:r>
              <a:rPr lang="en-US" altLang="ja-JP" sz="2400" dirty="0">
                <a:latin typeface="Consolas" panose="020B0609020204030204" pitchFamily="49" charset="0"/>
              </a:rPr>
              <a:t> 2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even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0FFAD5C-87E1-39D7-8596-CFFBFBABB242}"/>
              </a:ext>
            </a:extLst>
          </p:cNvPr>
          <p:cNvSpPr txBox="1"/>
          <p:nvPr/>
        </p:nvSpPr>
        <p:spPr>
          <a:xfrm>
            <a:off x="251520" y="1196752"/>
            <a:ext cx="41344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動作が正しいことを確認</a:t>
            </a:r>
            <a:endParaRPr kumimoji="1" lang="ja-JP" altLang="en-US" sz="28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CDD17B1-03FF-8AFB-36D1-6EBE6D190175}"/>
              </a:ext>
            </a:extLst>
          </p:cNvPr>
          <p:cNvSpPr txBox="1"/>
          <p:nvPr/>
        </p:nvSpPr>
        <p:spPr>
          <a:xfrm>
            <a:off x="251519" y="3827368"/>
            <a:ext cx="52742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カレントブランチを</a:t>
            </a:r>
            <a:r>
              <a:rPr lang="en-US" altLang="ja-JP" sz="2800" dirty="0"/>
              <a:t>main</a:t>
            </a:r>
            <a:r>
              <a:rPr lang="ja-JP" altLang="en-US" sz="2800"/>
              <a:t>に戻す</a:t>
            </a:r>
            <a:endParaRPr kumimoji="1" lang="ja-JP" altLang="en-US" sz="28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336AEDE-3719-679A-7D53-CBD8703DE96F}"/>
              </a:ext>
            </a:extLst>
          </p:cNvPr>
          <p:cNvSpPr txBox="1"/>
          <p:nvPr/>
        </p:nvSpPr>
        <p:spPr>
          <a:xfrm>
            <a:off x="971600" y="4388623"/>
            <a:ext cx="273344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switch main</a:t>
            </a:r>
          </a:p>
        </p:txBody>
      </p:sp>
      <p:sp>
        <p:nvSpPr>
          <p:cNvPr id="7" name="楕円 4">
            <a:extLst>
              <a:ext uri="{FF2B5EF4-FFF2-40B4-BE49-F238E27FC236}">
                <a16:creationId xmlns:a16="http://schemas.microsoft.com/office/drawing/2014/main" id="{787537C6-88AE-9A37-604C-7DF5667F0C2D}"/>
              </a:ext>
            </a:extLst>
          </p:cNvPr>
          <p:cNvSpPr/>
          <p:nvPr/>
        </p:nvSpPr>
        <p:spPr>
          <a:xfrm>
            <a:off x="719572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6">
            <a:extLst>
              <a:ext uri="{FF2B5EF4-FFF2-40B4-BE49-F238E27FC236}">
                <a16:creationId xmlns:a16="http://schemas.microsoft.com/office/drawing/2014/main" id="{8D17F878-71D0-6EE3-1A58-1D1217530FE9}"/>
              </a:ext>
            </a:extLst>
          </p:cNvPr>
          <p:cNvSpPr/>
          <p:nvPr/>
        </p:nvSpPr>
        <p:spPr>
          <a:xfrm>
            <a:off x="1511660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FA4C12DA-12BF-D530-31C9-FB8F523F7AFD}"/>
              </a:ext>
            </a:extLst>
          </p:cNvPr>
          <p:cNvCxnSpPr>
            <a:cxnSpLocks/>
            <a:stCxn id="7" idx="6"/>
            <a:endCxn id="8" idx="2"/>
          </p:cNvCxnSpPr>
          <p:nvPr/>
        </p:nvCxnSpPr>
        <p:spPr>
          <a:xfrm>
            <a:off x="1007604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6">
            <a:extLst>
              <a:ext uri="{FF2B5EF4-FFF2-40B4-BE49-F238E27FC236}">
                <a16:creationId xmlns:a16="http://schemas.microsoft.com/office/drawing/2014/main" id="{BB29DD32-452C-AA29-6F63-228F3A594AE2}"/>
              </a:ext>
            </a:extLst>
          </p:cNvPr>
          <p:cNvSpPr/>
          <p:nvPr/>
        </p:nvSpPr>
        <p:spPr>
          <a:xfrm>
            <a:off x="2303748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CAD11EC4-BC77-525F-A950-5E15D4BFA91C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799692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6">
            <a:extLst>
              <a:ext uri="{FF2B5EF4-FFF2-40B4-BE49-F238E27FC236}">
                <a16:creationId xmlns:a16="http://schemas.microsoft.com/office/drawing/2014/main" id="{D3632A5C-6BBC-68FB-17FB-BD94141523BB}"/>
              </a:ext>
            </a:extLst>
          </p:cNvPr>
          <p:cNvSpPr/>
          <p:nvPr/>
        </p:nvSpPr>
        <p:spPr>
          <a:xfrm>
            <a:off x="3095836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92FCCF0E-0F9E-686F-14C3-1005A5A5F1BB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591780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6">
            <a:extLst>
              <a:ext uri="{FF2B5EF4-FFF2-40B4-BE49-F238E27FC236}">
                <a16:creationId xmlns:a16="http://schemas.microsoft.com/office/drawing/2014/main" id="{B81C72BA-E1F3-7767-AEA3-31791363DB2E}"/>
              </a:ext>
            </a:extLst>
          </p:cNvPr>
          <p:cNvSpPr/>
          <p:nvPr/>
        </p:nvSpPr>
        <p:spPr>
          <a:xfrm>
            <a:off x="3887924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42FCE5B0-87D8-7D11-4EAD-1B783A0F35C5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3383868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6">
            <a:extLst>
              <a:ext uri="{FF2B5EF4-FFF2-40B4-BE49-F238E27FC236}">
                <a16:creationId xmlns:a16="http://schemas.microsoft.com/office/drawing/2014/main" id="{BDAE2E99-430C-D631-CE93-EE9E4CE9B18B}"/>
              </a:ext>
            </a:extLst>
          </p:cNvPr>
          <p:cNvSpPr/>
          <p:nvPr/>
        </p:nvSpPr>
        <p:spPr>
          <a:xfrm>
            <a:off x="4680012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70AC43E-F811-5D59-80E7-EA20CAE08F9B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4175956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6">
            <a:extLst>
              <a:ext uri="{FF2B5EF4-FFF2-40B4-BE49-F238E27FC236}">
                <a16:creationId xmlns:a16="http://schemas.microsoft.com/office/drawing/2014/main" id="{06DB4E23-6CDB-D3C8-7D7F-C4DCC847FD67}"/>
              </a:ext>
            </a:extLst>
          </p:cNvPr>
          <p:cNvSpPr/>
          <p:nvPr/>
        </p:nvSpPr>
        <p:spPr>
          <a:xfrm>
            <a:off x="5472100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0C155D5D-87EB-24B9-FBE4-75C1E5FE1758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4968044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6">
            <a:extLst>
              <a:ext uri="{FF2B5EF4-FFF2-40B4-BE49-F238E27FC236}">
                <a16:creationId xmlns:a16="http://schemas.microsoft.com/office/drawing/2014/main" id="{F1D6201D-2FB3-84A8-C251-AE15B95DFE11}"/>
              </a:ext>
            </a:extLst>
          </p:cNvPr>
          <p:cNvSpPr/>
          <p:nvPr/>
        </p:nvSpPr>
        <p:spPr>
          <a:xfrm>
            <a:off x="6264188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4941D820-8589-B99A-20A4-E2A3E678DBF0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5760132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6">
            <a:extLst>
              <a:ext uri="{FF2B5EF4-FFF2-40B4-BE49-F238E27FC236}">
                <a16:creationId xmlns:a16="http://schemas.microsoft.com/office/drawing/2014/main" id="{81BF4061-504C-35AE-9848-B74120159DDE}"/>
              </a:ext>
            </a:extLst>
          </p:cNvPr>
          <p:cNvSpPr/>
          <p:nvPr/>
        </p:nvSpPr>
        <p:spPr>
          <a:xfrm>
            <a:off x="7056276" y="6332304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7BB28380-1E19-6989-8FAA-A0190046609C}"/>
              </a:ext>
            </a:extLst>
          </p:cNvPr>
          <p:cNvCxnSpPr>
            <a:cxnSpLocks/>
            <a:endCxn id="22" idx="2"/>
          </p:cNvCxnSpPr>
          <p:nvPr/>
        </p:nvCxnSpPr>
        <p:spPr>
          <a:xfrm>
            <a:off x="6552220" y="6476320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楕円 6">
            <a:extLst>
              <a:ext uri="{FF2B5EF4-FFF2-40B4-BE49-F238E27FC236}">
                <a16:creationId xmlns:a16="http://schemas.microsoft.com/office/drawing/2014/main" id="{9E12961F-6DF7-0053-4746-4488AB42F2DF}"/>
              </a:ext>
            </a:extLst>
          </p:cNvPr>
          <p:cNvSpPr/>
          <p:nvPr/>
        </p:nvSpPr>
        <p:spPr>
          <a:xfrm>
            <a:off x="7848364" y="6313943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9E0B5544-91BC-0D72-AFB1-BFD0CCB6C402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7344308" y="6457959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四角形: 1 つの角を切り取り 1 つの角を丸める 26">
            <a:extLst>
              <a:ext uri="{FF2B5EF4-FFF2-40B4-BE49-F238E27FC236}">
                <a16:creationId xmlns:a16="http://schemas.microsoft.com/office/drawing/2014/main" id="{CE44F9FD-F3AA-D2BE-73D4-04E901D1F661}"/>
              </a:ext>
            </a:extLst>
          </p:cNvPr>
          <p:cNvSpPr/>
          <p:nvPr/>
        </p:nvSpPr>
        <p:spPr>
          <a:xfrm>
            <a:off x="7020272" y="532291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main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7" name="カギ線コネクタ 26">
            <a:extLst>
              <a:ext uri="{FF2B5EF4-FFF2-40B4-BE49-F238E27FC236}">
                <a16:creationId xmlns:a16="http://schemas.microsoft.com/office/drawing/2014/main" id="{1056EAAD-725A-3FFB-628C-AAE5D91D4A71}"/>
              </a:ext>
            </a:extLst>
          </p:cNvPr>
          <p:cNvCxnSpPr>
            <a:stCxn id="26" idx="1"/>
            <a:endCxn id="24" idx="0"/>
          </p:cNvCxnSpPr>
          <p:nvPr/>
        </p:nvCxnSpPr>
        <p:spPr>
          <a:xfrm rot="16200000" flipH="1">
            <a:off x="7468011" y="5789573"/>
            <a:ext cx="652695" cy="396044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ECE2218-91EE-229C-24AB-202C97DBBB8E}"/>
              </a:ext>
            </a:extLst>
          </p:cNvPr>
          <p:cNvSpPr/>
          <p:nvPr/>
        </p:nvSpPr>
        <p:spPr>
          <a:xfrm>
            <a:off x="5597116" y="5301207"/>
            <a:ext cx="936104" cy="36004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onsolas" panose="020B0609020204030204" pitchFamily="49" charset="0"/>
              </a:rPr>
              <a:t>HEAD</a:t>
            </a:r>
            <a:endParaRPr kumimoji="1" lang="ja-JP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B3EFC6B4-A0D4-A569-7BD7-D6267542BE7B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6533220" y="5478124"/>
            <a:ext cx="504056" cy="31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83318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53F911-0CF9-5633-1C07-B9DE887DD3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5 Step 5-7</a:t>
            </a:r>
            <a:endParaRPr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88724D8-DA10-51F8-A2E2-1E368F24123A}"/>
              </a:ext>
            </a:extLst>
          </p:cNvPr>
          <p:cNvSpPr txBox="1"/>
          <p:nvPr/>
        </p:nvSpPr>
        <p:spPr>
          <a:xfrm>
            <a:off x="323528" y="1972529"/>
            <a:ext cx="460254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bisect start main root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E6ACA96-09F7-6491-D114-3E2678C5C38D}"/>
              </a:ext>
            </a:extLst>
          </p:cNvPr>
          <p:cNvSpPr txBox="1"/>
          <p:nvPr/>
        </p:nvSpPr>
        <p:spPr>
          <a:xfrm>
            <a:off x="251520" y="1196752"/>
            <a:ext cx="26805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git bisect</a:t>
            </a:r>
            <a:r>
              <a:rPr kumimoji="1" lang="ja-JP" altLang="en-US" sz="2800"/>
              <a:t>の実行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F710FA16-8F56-D0DD-C6C4-786DDA12D3DA}"/>
              </a:ext>
            </a:extLst>
          </p:cNvPr>
          <p:cNvSpPr/>
          <p:nvPr/>
        </p:nvSpPr>
        <p:spPr>
          <a:xfrm>
            <a:off x="611560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6">
            <a:extLst>
              <a:ext uri="{FF2B5EF4-FFF2-40B4-BE49-F238E27FC236}">
                <a16:creationId xmlns:a16="http://schemas.microsoft.com/office/drawing/2014/main" id="{6D65572D-3320-6FA4-A3E0-FF8E5BA5E4E4}"/>
              </a:ext>
            </a:extLst>
          </p:cNvPr>
          <p:cNvSpPr/>
          <p:nvPr/>
        </p:nvSpPr>
        <p:spPr>
          <a:xfrm>
            <a:off x="1403648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AFD30A7-F996-02B8-95B2-85F90F452EB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899592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6">
            <a:extLst>
              <a:ext uri="{FF2B5EF4-FFF2-40B4-BE49-F238E27FC236}">
                <a16:creationId xmlns:a16="http://schemas.microsoft.com/office/drawing/2014/main" id="{24BB6C35-6F44-9299-D3EA-5919EECF07D1}"/>
              </a:ext>
            </a:extLst>
          </p:cNvPr>
          <p:cNvSpPr/>
          <p:nvPr/>
        </p:nvSpPr>
        <p:spPr>
          <a:xfrm>
            <a:off x="2195736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91DB943A-D18C-C730-6E59-7241739857CC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1691680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6">
            <a:extLst>
              <a:ext uri="{FF2B5EF4-FFF2-40B4-BE49-F238E27FC236}">
                <a16:creationId xmlns:a16="http://schemas.microsoft.com/office/drawing/2014/main" id="{C9B7EEDA-D0F9-480F-FBDD-9577A1B5D2D1}"/>
              </a:ext>
            </a:extLst>
          </p:cNvPr>
          <p:cNvSpPr/>
          <p:nvPr/>
        </p:nvSpPr>
        <p:spPr>
          <a:xfrm>
            <a:off x="2987824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6FD4491B-369C-A65D-9046-4E02E1D73C1D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2483768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6">
            <a:extLst>
              <a:ext uri="{FF2B5EF4-FFF2-40B4-BE49-F238E27FC236}">
                <a16:creationId xmlns:a16="http://schemas.microsoft.com/office/drawing/2014/main" id="{4925F838-CD4C-3A9B-55CC-ECF709DE5257}"/>
              </a:ext>
            </a:extLst>
          </p:cNvPr>
          <p:cNvSpPr/>
          <p:nvPr/>
        </p:nvSpPr>
        <p:spPr>
          <a:xfrm>
            <a:off x="3779912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0E9D573E-9A4C-2F36-589B-A6A7E9239DA4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3275856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6">
            <a:extLst>
              <a:ext uri="{FF2B5EF4-FFF2-40B4-BE49-F238E27FC236}">
                <a16:creationId xmlns:a16="http://schemas.microsoft.com/office/drawing/2014/main" id="{EB8C7AA3-FC5D-D5F0-79D2-020DA5046C8B}"/>
              </a:ext>
            </a:extLst>
          </p:cNvPr>
          <p:cNvSpPr/>
          <p:nvPr/>
        </p:nvSpPr>
        <p:spPr>
          <a:xfrm>
            <a:off x="4572000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EF4EC2AC-639B-6753-1CDB-312195E4198A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4067944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6">
            <a:extLst>
              <a:ext uri="{FF2B5EF4-FFF2-40B4-BE49-F238E27FC236}">
                <a16:creationId xmlns:a16="http://schemas.microsoft.com/office/drawing/2014/main" id="{7EF7102D-249A-4773-5230-46378B53FC8C}"/>
              </a:ext>
            </a:extLst>
          </p:cNvPr>
          <p:cNvSpPr/>
          <p:nvPr/>
        </p:nvSpPr>
        <p:spPr>
          <a:xfrm>
            <a:off x="5364088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50DAE3A3-1DAA-DF6B-12FF-2B95C0241740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4860032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6">
            <a:extLst>
              <a:ext uri="{FF2B5EF4-FFF2-40B4-BE49-F238E27FC236}">
                <a16:creationId xmlns:a16="http://schemas.microsoft.com/office/drawing/2014/main" id="{C6FCB181-168C-A1C6-A35A-5CC4F7030982}"/>
              </a:ext>
            </a:extLst>
          </p:cNvPr>
          <p:cNvSpPr/>
          <p:nvPr/>
        </p:nvSpPr>
        <p:spPr>
          <a:xfrm>
            <a:off x="6156176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ACA10FE-2BE8-199A-129A-A2A020DDB804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5652120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6">
            <a:extLst>
              <a:ext uri="{FF2B5EF4-FFF2-40B4-BE49-F238E27FC236}">
                <a16:creationId xmlns:a16="http://schemas.microsoft.com/office/drawing/2014/main" id="{A6C14830-CDDC-37E6-A0A7-5843ADD9E63D}"/>
              </a:ext>
            </a:extLst>
          </p:cNvPr>
          <p:cNvSpPr/>
          <p:nvPr/>
        </p:nvSpPr>
        <p:spPr>
          <a:xfrm>
            <a:off x="6948264" y="5517232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0B68E0E-E742-DAE4-40C3-EF113FFD0F75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6444208" y="5661248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6">
            <a:extLst>
              <a:ext uri="{FF2B5EF4-FFF2-40B4-BE49-F238E27FC236}">
                <a16:creationId xmlns:a16="http://schemas.microsoft.com/office/drawing/2014/main" id="{BA387362-0D49-0CAB-4F0B-2D858F8B30BC}"/>
              </a:ext>
            </a:extLst>
          </p:cNvPr>
          <p:cNvSpPr/>
          <p:nvPr/>
        </p:nvSpPr>
        <p:spPr>
          <a:xfrm>
            <a:off x="7740352" y="5498871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611EF49-4D43-E6E5-D372-54EEDC56C3E9}"/>
              </a:ext>
            </a:extLst>
          </p:cNvPr>
          <p:cNvCxnSpPr>
            <a:cxnSpLocks/>
            <a:endCxn id="22" idx="2"/>
          </p:cNvCxnSpPr>
          <p:nvPr/>
        </p:nvCxnSpPr>
        <p:spPr>
          <a:xfrm>
            <a:off x="7236296" y="5642887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爆発 1 23">
            <a:extLst>
              <a:ext uri="{FF2B5EF4-FFF2-40B4-BE49-F238E27FC236}">
                <a16:creationId xmlns:a16="http://schemas.microsoft.com/office/drawing/2014/main" id="{261F13CF-2E4B-100A-CAE1-BA8A862CE798}"/>
              </a:ext>
            </a:extLst>
          </p:cNvPr>
          <p:cNvSpPr/>
          <p:nvPr/>
        </p:nvSpPr>
        <p:spPr>
          <a:xfrm>
            <a:off x="3349836" y="5481228"/>
            <a:ext cx="360040" cy="36004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45EE4CC-FFA0-ABF2-7FD2-E0E1C1F7BB0B}"/>
              </a:ext>
            </a:extLst>
          </p:cNvPr>
          <p:cNvSpPr txBox="1"/>
          <p:nvPr/>
        </p:nvSpPr>
        <p:spPr>
          <a:xfrm>
            <a:off x="2195736" y="4341345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はじめてバグが入ったコミット</a:t>
            </a:r>
          </a:p>
        </p:txBody>
      </p:sp>
      <p:cxnSp>
        <p:nvCxnSpPr>
          <p:cNvPr id="27" name="カギ線コネクタ 26">
            <a:extLst>
              <a:ext uri="{FF2B5EF4-FFF2-40B4-BE49-F238E27FC236}">
                <a16:creationId xmlns:a16="http://schemas.microsoft.com/office/drawing/2014/main" id="{F85A48ED-1E7F-5BB0-BEE2-3AA28A3A3580}"/>
              </a:ext>
            </a:extLst>
          </p:cNvPr>
          <p:cNvCxnSpPr>
            <a:stCxn id="25" idx="2"/>
            <a:endCxn id="12" idx="0"/>
          </p:cNvCxnSpPr>
          <p:nvPr/>
        </p:nvCxnSpPr>
        <p:spPr>
          <a:xfrm rot="5400000">
            <a:off x="3826106" y="4900833"/>
            <a:ext cx="714222" cy="518577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カギ線コネクタ 29">
            <a:extLst>
              <a:ext uri="{FF2B5EF4-FFF2-40B4-BE49-F238E27FC236}">
                <a16:creationId xmlns:a16="http://schemas.microsoft.com/office/drawing/2014/main" id="{DE54595B-B071-6D4F-BDB0-2C5377F61A30}"/>
              </a:ext>
            </a:extLst>
          </p:cNvPr>
          <p:cNvCxnSpPr>
            <a:cxnSpLocks/>
          </p:cNvCxnSpPr>
          <p:nvPr/>
        </p:nvCxnSpPr>
        <p:spPr>
          <a:xfrm rot="16200000" flipH="1">
            <a:off x="3521534" y="5409221"/>
            <a:ext cx="12700" cy="792088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3E5101C-45CB-2CBE-1B22-5AA528400828}"/>
              </a:ext>
            </a:extLst>
          </p:cNvPr>
          <p:cNvSpPr txBox="1"/>
          <p:nvPr/>
        </p:nvSpPr>
        <p:spPr>
          <a:xfrm>
            <a:off x="2314352" y="6093296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このタイミングでバグ挿入</a:t>
            </a:r>
          </a:p>
        </p:txBody>
      </p:sp>
      <p:pic>
        <p:nvPicPr>
          <p:cNvPr id="1026" name="Picture 2" descr="玩具のロボットのイラスト（青）">
            <a:extLst>
              <a:ext uri="{FF2B5EF4-FFF2-40B4-BE49-F238E27FC236}">
                <a16:creationId xmlns:a16="http://schemas.microsoft.com/office/drawing/2014/main" id="{2A5269E5-A8FE-C072-D6B3-1624A5478C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0112" y="2753847"/>
            <a:ext cx="1183656" cy="1443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女性オペレーターの表情イラスト（笑顔）">
            <a:extLst>
              <a:ext uri="{FF2B5EF4-FFF2-40B4-BE49-F238E27FC236}">
                <a16:creationId xmlns:a16="http://schemas.microsoft.com/office/drawing/2014/main" id="{E23C0DE8-863C-6941-DF6F-88FA2476BA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4148" y="2632430"/>
            <a:ext cx="1044116" cy="1541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楕円 4">
            <a:extLst>
              <a:ext uri="{FF2B5EF4-FFF2-40B4-BE49-F238E27FC236}">
                <a16:creationId xmlns:a16="http://schemas.microsoft.com/office/drawing/2014/main" id="{70CC75FF-981B-13D1-227C-5D76C6E9B878}"/>
              </a:ext>
            </a:extLst>
          </p:cNvPr>
          <p:cNvSpPr/>
          <p:nvPr/>
        </p:nvSpPr>
        <p:spPr>
          <a:xfrm>
            <a:off x="3595316" y="3114209"/>
            <a:ext cx="622808" cy="578386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右矢印 33">
            <a:extLst>
              <a:ext uri="{FF2B5EF4-FFF2-40B4-BE49-F238E27FC236}">
                <a16:creationId xmlns:a16="http://schemas.microsoft.com/office/drawing/2014/main" id="{211BA76B-334C-7FCB-AB32-7FA424DE84DC}"/>
              </a:ext>
            </a:extLst>
          </p:cNvPr>
          <p:cNvSpPr/>
          <p:nvPr/>
        </p:nvSpPr>
        <p:spPr>
          <a:xfrm>
            <a:off x="2724200" y="3281404"/>
            <a:ext cx="648072" cy="2880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角丸四角形吹き出し 34">
            <a:extLst>
              <a:ext uri="{FF2B5EF4-FFF2-40B4-BE49-F238E27FC236}">
                <a16:creationId xmlns:a16="http://schemas.microsoft.com/office/drawing/2014/main" id="{96D37B95-5689-8277-6E01-838923F43CA7}"/>
              </a:ext>
            </a:extLst>
          </p:cNvPr>
          <p:cNvSpPr/>
          <p:nvPr/>
        </p:nvSpPr>
        <p:spPr>
          <a:xfrm>
            <a:off x="4716016" y="2632430"/>
            <a:ext cx="936104" cy="648974"/>
          </a:xfrm>
          <a:prstGeom prst="wedgeRoundRectCallout">
            <a:avLst>
              <a:gd name="adj1" fmla="val 64638"/>
              <a:gd name="adj2" fmla="val 7032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ysClr val="windowText" lastClr="000000"/>
                </a:solidFill>
              </a:rPr>
              <a:t>GoodBad</a:t>
            </a:r>
            <a:endParaRPr kumimoji="1" lang="ja-JP" altLang="en-US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14791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58A6EB4-15B4-3040-4944-7189B8CBEF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5 Step 8</a:t>
            </a:r>
            <a:endParaRPr lang="ja-JP" alt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0EE2F33B-720E-4188-F778-B798FBA8CE4D}"/>
              </a:ext>
            </a:extLst>
          </p:cNvPr>
          <p:cNvSpPr/>
          <p:nvPr/>
        </p:nvSpPr>
        <p:spPr>
          <a:xfrm>
            <a:off x="649908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6">
            <a:extLst>
              <a:ext uri="{FF2B5EF4-FFF2-40B4-BE49-F238E27FC236}">
                <a16:creationId xmlns:a16="http://schemas.microsoft.com/office/drawing/2014/main" id="{B1666282-0488-F956-1239-616D58666513}"/>
              </a:ext>
            </a:extLst>
          </p:cNvPr>
          <p:cNvSpPr/>
          <p:nvPr/>
        </p:nvSpPr>
        <p:spPr>
          <a:xfrm>
            <a:off x="1441996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7CC76E9B-7524-303F-75A5-2BAC7167B6D3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>
            <a:off x="937940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6">
            <a:extLst>
              <a:ext uri="{FF2B5EF4-FFF2-40B4-BE49-F238E27FC236}">
                <a16:creationId xmlns:a16="http://schemas.microsoft.com/office/drawing/2014/main" id="{011B0293-CCC7-2557-49DC-D7A19B532C90}"/>
              </a:ext>
            </a:extLst>
          </p:cNvPr>
          <p:cNvSpPr/>
          <p:nvPr/>
        </p:nvSpPr>
        <p:spPr>
          <a:xfrm>
            <a:off x="2234084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515DB96D-DF16-3197-B974-D24ABEED5A0B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1730028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6">
            <a:extLst>
              <a:ext uri="{FF2B5EF4-FFF2-40B4-BE49-F238E27FC236}">
                <a16:creationId xmlns:a16="http://schemas.microsoft.com/office/drawing/2014/main" id="{13334729-F415-13C6-0F88-0F580D520631}"/>
              </a:ext>
            </a:extLst>
          </p:cNvPr>
          <p:cNvSpPr/>
          <p:nvPr/>
        </p:nvSpPr>
        <p:spPr>
          <a:xfrm>
            <a:off x="3026172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18B09140-0E1F-5950-712E-0CD96DFBF22C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2522116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6">
            <a:extLst>
              <a:ext uri="{FF2B5EF4-FFF2-40B4-BE49-F238E27FC236}">
                <a16:creationId xmlns:a16="http://schemas.microsoft.com/office/drawing/2014/main" id="{8B1AAD9D-F811-6FEB-43C4-5BA645E60FDC}"/>
              </a:ext>
            </a:extLst>
          </p:cNvPr>
          <p:cNvSpPr/>
          <p:nvPr/>
        </p:nvSpPr>
        <p:spPr>
          <a:xfrm>
            <a:off x="3818260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2454063-7B5A-9EFE-3E62-66668A751E4B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3314204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6">
            <a:extLst>
              <a:ext uri="{FF2B5EF4-FFF2-40B4-BE49-F238E27FC236}">
                <a16:creationId xmlns:a16="http://schemas.microsoft.com/office/drawing/2014/main" id="{B6A2F709-41D8-2F64-CEF9-93A48EEC7ACE}"/>
              </a:ext>
            </a:extLst>
          </p:cNvPr>
          <p:cNvSpPr/>
          <p:nvPr/>
        </p:nvSpPr>
        <p:spPr>
          <a:xfrm>
            <a:off x="4610348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845A86D3-BF54-BC94-6F75-E7EE2C52254D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4106292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6">
            <a:extLst>
              <a:ext uri="{FF2B5EF4-FFF2-40B4-BE49-F238E27FC236}">
                <a16:creationId xmlns:a16="http://schemas.microsoft.com/office/drawing/2014/main" id="{4D4EB8EC-C1A9-3537-BE81-9BD22F7A9567}"/>
              </a:ext>
            </a:extLst>
          </p:cNvPr>
          <p:cNvSpPr/>
          <p:nvPr/>
        </p:nvSpPr>
        <p:spPr>
          <a:xfrm>
            <a:off x="5402436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D3E1448F-574D-14F1-4874-3F4DFFB4CB08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4898380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6">
            <a:extLst>
              <a:ext uri="{FF2B5EF4-FFF2-40B4-BE49-F238E27FC236}">
                <a16:creationId xmlns:a16="http://schemas.microsoft.com/office/drawing/2014/main" id="{5FD60E47-E84B-8F36-4C9C-1CA228ADD9ED}"/>
              </a:ext>
            </a:extLst>
          </p:cNvPr>
          <p:cNvSpPr/>
          <p:nvPr/>
        </p:nvSpPr>
        <p:spPr>
          <a:xfrm>
            <a:off x="6194524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423E11BF-282F-1023-7D3B-D6EC1B15CA07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5690468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6">
            <a:extLst>
              <a:ext uri="{FF2B5EF4-FFF2-40B4-BE49-F238E27FC236}">
                <a16:creationId xmlns:a16="http://schemas.microsoft.com/office/drawing/2014/main" id="{B99955E7-BCB5-6AD2-7D50-BB24DB099880}"/>
              </a:ext>
            </a:extLst>
          </p:cNvPr>
          <p:cNvSpPr/>
          <p:nvPr/>
        </p:nvSpPr>
        <p:spPr>
          <a:xfrm>
            <a:off x="6986612" y="419593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77B10546-07B7-89D9-CAC1-8F20F6642FAC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6482556" y="433995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6">
            <a:extLst>
              <a:ext uri="{FF2B5EF4-FFF2-40B4-BE49-F238E27FC236}">
                <a16:creationId xmlns:a16="http://schemas.microsoft.com/office/drawing/2014/main" id="{FA8767BE-613F-D08E-6718-DE43147A75C2}"/>
              </a:ext>
            </a:extLst>
          </p:cNvPr>
          <p:cNvSpPr/>
          <p:nvPr/>
        </p:nvSpPr>
        <p:spPr>
          <a:xfrm>
            <a:off x="7778700" y="417757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734E05EF-7D60-D7DB-610D-A8960809084F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7274644" y="4321591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爆発 1 21">
            <a:extLst>
              <a:ext uri="{FF2B5EF4-FFF2-40B4-BE49-F238E27FC236}">
                <a16:creationId xmlns:a16="http://schemas.microsoft.com/office/drawing/2014/main" id="{2F34FF53-09BF-BABC-C4A4-735003217200}"/>
              </a:ext>
            </a:extLst>
          </p:cNvPr>
          <p:cNvSpPr/>
          <p:nvPr/>
        </p:nvSpPr>
        <p:spPr>
          <a:xfrm>
            <a:off x="3388184" y="4159932"/>
            <a:ext cx="360040" cy="36004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四角形: 1 つの角を切り取り 1 つの角を丸める 28">
            <a:extLst>
              <a:ext uri="{FF2B5EF4-FFF2-40B4-BE49-F238E27FC236}">
                <a16:creationId xmlns:a16="http://schemas.microsoft.com/office/drawing/2014/main" id="{9022BA78-DF9A-A511-5330-DBEEFD5B0DA7}"/>
              </a:ext>
            </a:extLst>
          </p:cNvPr>
          <p:cNvSpPr/>
          <p:nvPr/>
        </p:nvSpPr>
        <p:spPr>
          <a:xfrm>
            <a:off x="3059832" y="325983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bug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6" name="カギ線コネクタ 25">
            <a:extLst>
              <a:ext uri="{FF2B5EF4-FFF2-40B4-BE49-F238E27FC236}">
                <a16:creationId xmlns:a16="http://schemas.microsoft.com/office/drawing/2014/main" id="{3319AE00-BAF9-6A5E-7EEA-D34FDAFE6A64}"/>
              </a:ext>
            </a:extLst>
          </p:cNvPr>
          <p:cNvCxnSpPr>
            <a:stCxn id="24" idx="1"/>
            <a:endCxn id="10" idx="0"/>
          </p:cNvCxnSpPr>
          <p:nvPr/>
        </p:nvCxnSpPr>
        <p:spPr>
          <a:xfrm rot="16200000" flipH="1">
            <a:off x="3500202" y="3733862"/>
            <a:ext cx="597768" cy="32638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8705D83-DC0C-5F84-C206-996C8B9D421C}"/>
              </a:ext>
            </a:extLst>
          </p:cNvPr>
          <p:cNvSpPr txBox="1"/>
          <p:nvPr/>
        </p:nvSpPr>
        <p:spPr>
          <a:xfrm>
            <a:off x="312451" y="2171279"/>
            <a:ext cx="519565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branch bug </a:t>
            </a:r>
            <a:r>
              <a:rPr lang="ja-JP" altLang="en-US" sz="2400">
                <a:latin typeface="Consolas" panose="020B0609020204030204" pitchFamily="49" charset="0"/>
              </a:rPr>
              <a:t>コミットハッシュ</a:t>
            </a:r>
            <a:endParaRPr lang="en-US" altLang="ja-JP" sz="2400" dirty="0">
              <a:latin typeface="Consolas" panose="020B0609020204030204" pitchFamily="49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A5D4095E-CA47-5EBA-7EC9-F94D6A2A542F}"/>
              </a:ext>
            </a:extLst>
          </p:cNvPr>
          <p:cNvSpPr txBox="1"/>
          <p:nvPr/>
        </p:nvSpPr>
        <p:spPr>
          <a:xfrm>
            <a:off x="159176" y="1296439"/>
            <a:ext cx="772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バグが入った直後のコミットにブランチを付与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3651BF3-24B9-4936-0489-1A5B68A1A94C}"/>
              </a:ext>
            </a:extLst>
          </p:cNvPr>
          <p:cNvSpPr txBox="1"/>
          <p:nvPr/>
        </p:nvSpPr>
        <p:spPr>
          <a:xfrm>
            <a:off x="425522" y="5960143"/>
            <a:ext cx="290335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bisect reset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97DE434-F254-9501-6306-785D8B9A62FD}"/>
              </a:ext>
            </a:extLst>
          </p:cNvPr>
          <p:cNvSpPr txBox="1"/>
          <p:nvPr/>
        </p:nvSpPr>
        <p:spPr>
          <a:xfrm>
            <a:off x="312451" y="5299951"/>
            <a:ext cx="42162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git bisect </a:t>
            </a:r>
            <a:r>
              <a:rPr kumimoji="1" lang="ja-JP" altLang="en-US" sz="2800"/>
              <a:t>モードを抜ける</a:t>
            </a:r>
          </a:p>
        </p:txBody>
      </p:sp>
    </p:spTree>
    <p:extLst>
      <p:ext uri="{BB962C8B-B14F-4D97-AF65-F5344CB8AC3E}">
        <p14:creationId xmlns:p14="http://schemas.microsoft.com/office/powerpoint/2010/main" val="17857353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EE04065-7198-6B62-4EFD-390230EC75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5 Step 9</a:t>
            </a:r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BB5D463-34EF-0B43-BE2A-FD19172E1103}"/>
              </a:ext>
            </a:extLst>
          </p:cNvPr>
          <p:cNvSpPr txBox="1"/>
          <p:nvPr/>
        </p:nvSpPr>
        <p:spPr>
          <a:xfrm>
            <a:off x="323528" y="5301699"/>
            <a:ext cx="460254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bisect start main root</a:t>
            </a:r>
          </a:p>
          <a:p>
            <a:r>
              <a:rPr lang="en-US" altLang="ja-JP" sz="2400" dirty="0">
                <a:latin typeface="Consolas" panose="020B0609020204030204" pitchFamily="49" charset="0"/>
              </a:rPr>
              <a:t>git bisect run ./</a:t>
            </a:r>
            <a:r>
              <a:rPr lang="en-US" altLang="ja-JP" sz="2400" dirty="0" err="1">
                <a:latin typeface="Consolas" panose="020B0609020204030204" pitchFamily="49" charset="0"/>
              </a:rPr>
              <a:t>test.sh</a:t>
            </a:r>
            <a:endParaRPr lang="en-US" altLang="ja-JP" sz="2400" dirty="0">
              <a:latin typeface="Consolas" panose="020B0609020204030204" pitchFamily="49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36B40F4-B233-A312-766B-62DCF3DE3D44}"/>
              </a:ext>
            </a:extLst>
          </p:cNvPr>
          <p:cNvSpPr txBox="1"/>
          <p:nvPr/>
        </p:nvSpPr>
        <p:spPr>
          <a:xfrm>
            <a:off x="179512" y="1167368"/>
            <a:ext cx="6340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スクリプトを用いた自動二分探索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260E8AF-0FF1-785C-4022-3810C95B05CF}"/>
              </a:ext>
            </a:extLst>
          </p:cNvPr>
          <p:cNvSpPr txBox="1"/>
          <p:nvPr/>
        </p:nvSpPr>
        <p:spPr>
          <a:xfrm>
            <a:off x="209546" y="1957928"/>
            <a:ext cx="14821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 err="1"/>
              <a:t>test.sh</a:t>
            </a:r>
            <a:endParaRPr lang="en-US" altLang="ja-JP" sz="28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CB5E19-10F6-7ECE-74DD-905E7CE37AD1}"/>
              </a:ext>
            </a:extLst>
          </p:cNvPr>
          <p:cNvSpPr txBox="1"/>
          <p:nvPr/>
        </p:nvSpPr>
        <p:spPr>
          <a:xfrm>
            <a:off x="976820" y="2507456"/>
            <a:ext cx="7200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800" dirty="0" err="1"/>
              <a:t>evenodd.sh</a:t>
            </a:r>
            <a:r>
              <a:rPr lang="ja-JP" altLang="en-US" sz="2800"/>
              <a:t>をテストし</a:t>
            </a:r>
            <a:endParaRPr lang="en-US" altLang="ja-JP" sz="2800" dirty="0"/>
          </a:p>
          <a:p>
            <a:pPr lvl="1"/>
            <a:r>
              <a:rPr lang="ja-JP" altLang="en-US" sz="2800"/>
              <a:t>動作が正しければ終了コード</a:t>
            </a:r>
            <a:r>
              <a:rPr lang="en-US" altLang="ja-JP" sz="2800" dirty="0"/>
              <a:t>0</a:t>
            </a:r>
            <a:r>
              <a:rPr lang="ja-JP" altLang="en-US" sz="2800"/>
              <a:t>を</a:t>
            </a:r>
            <a:endParaRPr lang="en-US" altLang="ja-JP" sz="2800" dirty="0"/>
          </a:p>
          <a:p>
            <a:pPr lvl="1"/>
            <a:r>
              <a:rPr lang="ja-JP" altLang="en-US" sz="2800"/>
              <a:t>正しくなければ</a:t>
            </a:r>
            <a:r>
              <a:rPr lang="en-US" altLang="ja-JP" sz="2800" dirty="0"/>
              <a:t>1</a:t>
            </a:r>
            <a:r>
              <a:rPr lang="ja-JP" altLang="en-US" sz="2800"/>
              <a:t>を</a:t>
            </a:r>
            <a:endParaRPr lang="en-US" altLang="ja-JP" sz="2800" dirty="0"/>
          </a:p>
          <a:p>
            <a:r>
              <a:rPr lang="ja-JP" altLang="en-US" sz="2800"/>
              <a:t>返すテストスクリプト</a:t>
            </a:r>
            <a:endParaRPr kumimoji="1" lang="ja-JP" altLang="en-US" sz="280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2A8102D-98D0-F751-BB57-7D2CFF487B99}"/>
              </a:ext>
            </a:extLst>
          </p:cNvPr>
          <p:cNvSpPr txBox="1"/>
          <p:nvPr/>
        </p:nvSpPr>
        <p:spPr>
          <a:xfrm>
            <a:off x="209546" y="4581128"/>
            <a:ext cx="5707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test.sh</a:t>
            </a:r>
            <a:r>
              <a:rPr kumimoji="1" lang="ja-JP" altLang="en-US" sz="2400"/>
              <a:t>を利用して自動で二分探索を実施</a:t>
            </a:r>
          </a:p>
        </p:txBody>
      </p:sp>
    </p:spTree>
    <p:extLst>
      <p:ext uri="{BB962C8B-B14F-4D97-AF65-F5344CB8AC3E}">
        <p14:creationId xmlns:p14="http://schemas.microsoft.com/office/powerpoint/2010/main" val="14420376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247D505-56DC-D27D-C3F5-AF9DDCA277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課題</a:t>
            </a:r>
            <a:r>
              <a:rPr lang="en-US" altLang="ja-JP" dirty="0"/>
              <a:t>5 Step 10</a:t>
            </a:r>
            <a:endParaRPr lang="ja-JP" altLang="en-US"/>
          </a:p>
        </p:txBody>
      </p:sp>
      <p:sp>
        <p:nvSpPr>
          <p:cNvPr id="3" name="楕円 4">
            <a:extLst>
              <a:ext uri="{FF2B5EF4-FFF2-40B4-BE49-F238E27FC236}">
                <a16:creationId xmlns:a16="http://schemas.microsoft.com/office/drawing/2014/main" id="{28714C95-A9E9-E6A0-E0CD-4C6E8F53CD04}"/>
              </a:ext>
            </a:extLst>
          </p:cNvPr>
          <p:cNvSpPr/>
          <p:nvPr/>
        </p:nvSpPr>
        <p:spPr>
          <a:xfrm>
            <a:off x="1018681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6">
            <a:extLst>
              <a:ext uri="{FF2B5EF4-FFF2-40B4-BE49-F238E27FC236}">
                <a16:creationId xmlns:a16="http://schemas.microsoft.com/office/drawing/2014/main" id="{427FFF90-FEB4-0169-1454-D4EB46318951}"/>
              </a:ext>
            </a:extLst>
          </p:cNvPr>
          <p:cNvSpPr/>
          <p:nvPr/>
        </p:nvSpPr>
        <p:spPr>
          <a:xfrm>
            <a:off x="1810769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4893334-A70E-514E-1DC0-1D13C18B2860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>
            <a:off x="1306713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6">
            <a:extLst>
              <a:ext uri="{FF2B5EF4-FFF2-40B4-BE49-F238E27FC236}">
                <a16:creationId xmlns:a16="http://schemas.microsoft.com/office/drawing/2014/main" id="{DABF861F-2B4B-42A9-FCA5-4B52C893CE74}"/>
              </a:ext>
            </a:extLst>
          </p:cNvPr>
          <p:cNvSpPr/>
          <p:nvPr/>
        </p:nvSpPr>
        <p:spPr>
          <a:xfrm>
            <a:off x="2602857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8002A98-854A-B6A7-5799-445750157057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2098801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6">
            <a:extLst>
              <a:ext uri="{FF2B5EF4-FFF2-40B4-BE49-F238E27FC236}">
                <a16:creationId xmlns:a16="http://schemas.microsoft.com/office/drawing/2014/main" id="{8A0659A5-BF33-C687-3F11-8384D9A03B87}"/>
              </a:ext>
            </a:extLst>
          </p:cNvPr>
          <p:cNvSpPr/>
          <p:nvPr/>
        </p:nvSpPr>
        <p:spPr>
          <a:xfrm>
            <a:off x="3394945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80A07B0A-1ACD-62E6-65F1-29EA472C9D78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2890889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6">
            <a:extLst>
              <a:ext uri="{FF2B5EF4-FFF2-40B4-BE49-F238E27FC236}">
                <a16:creationId xmlns:a16="http://schemas.microsoft.com/office/drawing/2014/main" id="{71AC4E1A-F6EC-A5B6-6833-6B0CFA4F77F7}"/>
              </a:ext>
            </a:extLst>
          </p:cNvPr>
          <p:cNvSpPr/>
          <p:nvPr/>
        </p:nvSpPr>
        <p:spPr>
          <a:xfrm>
            <a:off x="4187033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63ED2147-1DF1-CA2A-AFB1-2CDC9FF86B14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3682977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楕円 6">
            <a:extLst>
              <a:ext uri="{FF2B5EF4-FFF2-40B4-BE49-F238E27FC236}">
                <a16:creationId xmlns:a16="http://schemas.microsoft.com/office/drawing/2014/main" id="{42CF7251-1A24-8F64-7462-600C95423439}"/>
              </a:ext>
            </a:extLst>
          </p:cNvPr>
          <p:cNvSpPr/>
          <p:nvPr/>
        </p:nvSpPr>
        <p:spPr>
          <a:xfrm>
            <a:off x="4979121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AA9E8DB3-9878-0C9A-F036-22452BAF6900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4475065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6">
            <a:extLst>
              <a:ext uri="{FF2B5EF4-FFF2-40B4-BE49-F238E27FC236}">
                <a16:creationId xmlns:a16="http://schemas.microsoft.com/office/drawing/2014/main" id="{85BDD1D8-0E6F-E211-4B92-0961ECEC9075}"/>
              </a:ext>
            </a:extLst>
          </p:cNvPr>
          <p:cNvSpPr/>
          <p:nvPr/>
        </p:nvSpPr>
        <p:spPr>
          <a:xfrm>
            <a:off x="5771209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2B2CB611-19E0-8406-2BD2-F72EB8C5AFC8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5267153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楕円 6">
            <a:extLst>
              <a:ext uri="{FF2B5EF4-FFF2-40B4-BE49-F238E27FC236}">
                <a16:creationId xmlns:a16="http://schemas.microsoft.com/office/drawing/2014/main" id="{D57D97F6-FD66-B871-8623-8DC8193A20CD}"/>
              </a:ext>
            </a:extLst>
          </p:cNvPr>
          <p:cNvSpPr/>
          <p:nvPr/>
        </p:nvSpPr>
        <p:spPr>
          <a:xfrm>
            <a:off x="6563297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2BE1A81-066B-8DB9-1946-3853C6E8B022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6059241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6">
            <a:extLst>
              <a:ext uri="{FF2B5EF4-FFF2-40B4-BE49-F238E27FC236}">
                <a16:creationId xmlns:a16="http://schemas.microsoft.com/office/drawing/2014/main" id="{FF0819DB-F413-57B3-0346-2BDCB160ED2E}"/>
              </a:ext>
            </a:extLst>
          </p:cNvPr>
          <p:cNvSpPr/>
          <p:nvPr/>
        </p:nvSpPr>
        <p:spPr>
          <a:xfrm>
            <a:off x="7355385" y="3567406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712B094B-9E61-7DB5-8872-AB2772DB951D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6851329" y="3711422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楕円 6">
            <a:extLst>
              <a:ext uri="{FF2B5EF4-FFF2-40B4-BE49-F238E27FC236}">
                <a16:creationId xmlns:a16="http://schemas.microsoft.com/office/drawing/2014/main" id="{694C1DAC-1764-44BB-7CDE-3EDB60838845}"/>
              </a:ext>
            </a:extLst>
          </p:cNvPr>
          <p:cNvSpPr/>
          <p:nvPr/>
        </p:nvSpPr>
        <p:spPr>
          <a:xfrm>
            <a:off x="8147473" y="3549045"/>
            <a:ext cx="288032" cy="288032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12795134-9A2A-A7A1-E383-82BA9C269A38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7643417" y="3693061"/>
            <a:ext cx="504056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爆発 1 21">
            <a:extLst>
              <a:ext uri="{FF2B5EF4-FFF2-40B4-BE49-F238E27FC236}">
                <a16:creationId xmlns:a16="http://schemas.microsoft.com/office/drawing/2014/main" id="{04ABB079-C59D-8CE4-7CF3-3E73BC397316}"/>
              </a:ext>
            </a:extLst>
          </p:cNvPr>
          <p:cNvSpPr/>
          <p:nvPr/>
        </p:nvSpPr>
        <p:spPr>
          <a:xfrm>
            <a:off x="3756957" y="3531402"/>
            <a:ext cx="360040" cy="360040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1 つの角を切り取り 1 つの角を丸める 28">
            <a:extLst>
              <a:ext uri="{FF2B5EF4-FFF2-40B4-BE49-F238E27FC236}">
                <a16:creationId xmlns:a16="http://schemas.microsoft.com/office/drawing/2014/main" id="{7A572597-DEEF-7720-CAC0-37CAD1DABFF9}"/>
              </a:ext>
            </a:extLst>
          </p:cNvPr>
          <p:cNvSpPr/>
          <p:nvPr/>
        </p:nvSpPr>
        <p:spPr>
          <a:xfrm>
            <a:off x="3428605" y="2631302"/>
            <a:ext cx="1152128" cy="338336"/>
          </a:xfrm>
          <a:prstGeom prst="snipRoundRect">
            <a:avLst>
              <a:gd name="adj1" fmla="val 16667"/>
              <a:gd name="adj2" fmla="val 35924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olas" panose="020B0609020204030204" pitchFamily="49" charset="0"/>
              </a:rPr>
              <a:t>bug</a:t>
            </a:r>
            <a:endParaRPr kumimoji="1" lang="ja-JP" altLang="en-US" dirty="0">
              <a:solidFill>
                <a:sysClr val="windowText" lastClr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24" name="カギ線コネクタ 23">
            <a:extLst>
              <a:ext uri="{FF2B5EF4-FFF2-40B4-BE49-F238E27FC236}">
                <a16:creationId xmlns:a16="http://schemas.microsoft.com/office/drawing/2014/main" id="{F1C0FD36-91C0-B9D5-468D-DBCF128D8991}"/>
              </a:ext>
            </a:extLst>
          </p:cNvPr>
          <p:cNvCxnSpPr>
            <a:stCxn id="23" idx="1"/>
            <a:endCxn id="10" idx="0"/>
          </p:cNvCxnSpPr>
          <p:nvPr/>
        </p:nvCxnSpPr>
        <p:spPr>
          <a:xfrm rot="16200000" flipH="1">
            <a:off x="3868975" y="3105332"/>
            <a:ext cx="597768" cy="326380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8BFDED9-D9A1-D096-A8C3-D8BD902CC14B}"/>
              </a:ext>
            </a:extLst>
          </p:cNvPr>
          <p:cNvSpPr txBox="1"/>
          <p:nvPr/>
        </p:nvSpPr>
        <p:spPr>
          <a:xfrm>
            <a:off x="529008" y="1947471"/>
            <a:ext cx="256352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switch bug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0EE63863-B43B-FEB6-7BBF-856DB68844CB}"/>
              </a:ext>
            </a:extLst>
          </p:cNvPr>
          <p:cNvSpPr txBox="1"/>
          <p:nvPr/>
        </p:nvSpPr>
        <p:spPr>
          <a:xfrm>
            <a:off x="179512" y="1167368"/>
            <a:ext cx="75713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バグが初めて入ったコミットにスイッチ</a:t>
            </a:r>
          </a:p>
        </p:txBody>
      </p:sp>
      <p:cxnSp>
        <p:nvCxnSpPr>
          <p:cNvPr id="27" name="カギ線コネクタ 26">
            <a:extLst>
              <a:ext uri="{FF2B5EF4-FFF2-40B4-BE49-F238E27FC236}">
                <a16:creationId xmlns:a16="http://schemas.microsoft.com/office/drawing/2014/main" id="{713AF797-7A2A-87CE-0D3A-68C65C20C0D8}"/>
              </a:ext>
            </a:extLst>
          </p:cNvPr>
          <p:cNvCxnSpPr>
            <a:cxnSpLocks/>
          </p:cNvCxnSpPr>
          <p:nvPr/>
        </p:nvCxnSpPr>
        <p:spPr>
          <a:xfrm rot="16200000" flipH="1">
            <a:off x="3916887" y="3499674"/>
            <a:ext cx="12700" cy="792088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D02D1FC-D752-E8F5-AEDB-4F013EB7B8CA}"/>
              </a:ext>
            </a:extLst>
          </p:cNvPr>
          <p:cNvSpPr txBox="1"/>
          <p:nvPr/>
        </p:nvSpPr>
        <p:spPr>
          <a:xfrm>
            <a:off x="1764735" y="4222373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この二つのコミットの差分を調べる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D11C10E1-5A31-4315-FE62-C6C6F81A0286}"/>
              </a:ext>
            </a:extLst>
          </p:cNvPr>
          <p:cNvSpPr txBox="1"/>
          <p:nvPr/>
        </p:nvSpPr>
        <p:spPr>
          <a:xfrm>
            <a:off x="536276" y="4782875"/>
            <a:ext cx="256352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Consolas" panose="020B0609020204030204" pitchFamily="49" charset="0"/>
              </a:rPr>
              <a:t>git diff HEAD^</a:t>
            </a:r>
          </a:p>
        </p:txBody>
      </p:sp>
    </p:spTree>
    <p:extLst>
      <p:ext uri="{BB962C8B-B14F-4D97-AF65-F5344CB8AC3E}">
        <p14:creationId xmlns:p14="http://schemas.microsoft.com/office/powerpoint/2010/main" val="6334882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ユーザー定義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8198</TotalTime>
  <Words>1245</Words>
  <Application>Microsoft Office PowerPoint</Application>
  <PresentationFormat>画面に合わせる (4:3)</PresentationFormat>
  <Paragraphs>348</Paragraphs>
  <Slides>36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36</vt:i4>
      </vt:variant>
    </vt:vector>
  </HeadingPairs>
  <TitlesOfParts>
    <vt:vector size="40" baseType="lpstr">
      <vt:lpstr>游ゴシック</vt:lpstr>
      <vt:lpstr>Arial</vt:lpstr>
      <vt:lpstr>Consolas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watanabe_hiroshi@keio.jp</cp:lastModifiedBy>
  <cp:revision>1616</cp:revision>
  <dcterms:created xsi:type="dcterms:W3CDTF">2019-01-02T05:23:01Z</dcterms:created>
  <dcterms:modified xsi:type="dcterms:W3CDTF">2026-03-09T08:49:52Z</dcterms:modified>
</cp:coreProperties>
</file>